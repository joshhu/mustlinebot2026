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47"/>
  </p:notesMasterIdLst>
  <p:sldIdLst>
    <p:sldId id="681" r:id="rId3"/>
    <p:sldId id="1189" r:id="rId4"/>
    <p:sldId id="1275" r:id="rId5"/>
    <p:sldId id="1192" r:id="rId6"/>
    <p:sldId id="1376" r:id="rId7"/>
    <p:sldId id="1377" r:id="rId8"/>
    <p:sldId id="1378" r:id="rId9"/>
    <p:sldId id="1379" r:id="rId10"/>
    <p:sldId id="1380" r:id="rId11"/>
    <p:sldId id="1381" r:id="rId12"/>
    <p:sldId id="1382" r:id="rId13"/>
    <p:sldId id="1383" r:id="rId14"/>
    <p:sldId id="863" r:id="rId15"/>
    <p:sldId id="865" r:id="rId16"/>
    <p:sldId id="862" r:id="rId17"/>
    <p:sldId id="878" r:id="rId18"/>
    <p:sldId id="1384" r:id="rId19"/>
    <p:sldId id="1389" r:id="rId20"/>
    <p:sldId id="1390" r:id="rId21"/>
    <p:sldId id="1391" r:id="rId22"/>
    <p:sldId id="1392" r:id="rId23"/>
    <p:sldId id="887" r:id="rId24"/>
    <p:sldId id="888" r:id="rId25"/>
    <p:sldId id="889" r:id="rId26"/>
    <p:sldId id="890" r:id="rId27"/>
    <p:sldId id="891" r:id="rId28"/>
    <p:sldId id="892" r:id="rId29"/>
    <p:sldId id="893" r:id="rId30"/>
    <p:sldId id="894" r:id="rId31"/>
    <p:sldId id="895" r:id="rId32"/>
    <p:sldId id="896" r:id="rId33"/>
    <p:sldId id="897" r:id="rId34"/>
    <p:sldId id="898" r:id="rId35"/>
    <p:sldId id="1387" r:id="rId36"/>
    <p:sldId id="1393" r:id="rId37"/>
    <p:sldId id="1394" r:id="rId38"/>
    <p:sldId id="1395" r:id="rId39"/>
    <p:sldId id="1396" r:id="rId40"/>
    <p:sldId id="1397" r:id="rId41"/>
    <p:sldId id="1398" r:id="rId42"/>
    <p:sldId id="1399" r:id="rId43"/>
    <p:sldId id="1400" r:id="rId44"/>
    <p:sldId id="1401" r:id="rId45"/>
    <p:sldId id="1402" r:id="rId46"/>
  </p:sldIdLst>
  <p:sldSz cx="9144000" cy="6858000" type="screen4x3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presProps" Target="presProps.xml"/><Relationship Id="rId8" Type="http://schemas.openxmlformats.org/officeDocument/2006/relationships/slide" Target="slides/slide6.xml"/><Relationship Id="rId51" Type="http://schemas.openxmlformats.org/officeDocument/2006/relationships/tableStyles" Target="tableStyle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CC8E63-1016-4C78-A51D-85D69DBCD8EF}" type="datetimeFigureOut">
              <a:rPr lang="zh-TW" altLang="en-US" smtClean="0"/>
              <a:t>2026/3/26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02F9955-79FE-4880-BF3F-244E954663B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899661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B26CD33-4337-4529-948A-94F6960B237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507933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B26CD33-4337-4529-948A-94F6960B237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512083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B26CD33-4337-4529-948A-94F6960B237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951564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B26CD33-4337-4529-948A-94F6960B237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137652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B26CD33-4337-4529-948A-94F6960B237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302507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B26CD33-4337-4529-948A-94F6960B237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34104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B26CD33-4337-4529-948A-94F6960B237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627966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B26CD33-4337-4529-948A-94F6960B237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2117763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B26CD33-4337-4529-948A-94F6960B237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8900203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B26CD33-4337-4529-948A-94F6960B237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0453053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B26CD33-4337-4529-948A-94F6960B237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5426637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B26CD33-4337-4529-948A-94F6960B237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1933944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B26CD33-4337-4529-948A-94F6960B237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4032504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B26CD33-4337-4529-948A-94F6960B237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0652522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B26CD33-4337-4529-948A-94F6960B237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7940061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B26CD33-4337-4529-948A-94F6960B237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051386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B26CD33-4337-4529-948A-94F6960B237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3117976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en-US" smtClean="0"/>
              <a:pPr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195747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en-US" smtClean="0"/>
              <a:pPr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979457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en-US" smtClean="0"/>
              <a:pPr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939539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en-US" smtClean="0"/>
              <a:pPr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55703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B26CD33-4337-4529-948A-94F6960B237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3225138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en-US" smtClean="0"/>
              <a:pPr/>
              <a:t>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120560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en-US" smtClean="0"/>
              <a:pPr/>
              <a:t>36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618469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en-US" smtClean="0"/>
              <a:pPr/>
              <a:t>37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429636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en-US" smtClean="0"/>
              <a:pPr/>
              <a:t>38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079620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en-US" smtClean="0"/>
              <a:pPr/>
              <a:t>39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747376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en-US" smtClean="0"/>
              <a:pPr/>
              <a:t>40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760420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en-US" smtClean="0"/>
              <a:pPr/>
              <a:t>41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1305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AEC2F65-5F2D-3F7C-9595-4016CEA87D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E194D1B-375D-9E9F-5A2C-B48F3CC417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C72B491-D650-EBE9-4741-86225D419D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9796B-F55F-40BA-947E-19D03180300F}" type="datetimeFigureOut">
              <a:rPr lang="zh-TW" altLang="en-US" smtClean="0"/>
              <a:t>2026/3/26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3283D51-E3B6-6E1B-FF94-C3796008C9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28FDA9B-AEAA-410C-F604-092ABE28B2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DF32EF-DDCB-4FE9-B31D-868708C7146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360553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7B207E3-EBC2-334A-205A-BDE8DAADF1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706A8FE-CD47-1523-E127-13075478D1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BF967D5-F557-4ABE-78B6-34F05B063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9796B-F55F-40BA-947E-19D03180300F}" type="datetimeFigureOut">
              <a:rPr lang="zh-TW" altLang="en-US" smtClean="0"/>
              <a:t>2026/3/26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C226E90-8574-0569-59E7-B17EB25285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F8D0A48-9114-ECA2-DF6F-063E730603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DF32EF-DDCB-4FE9-B31D-868708C7146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585278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C49A45A-C02E-2553-C1FF-4B755E6C6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41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FF3F12AC-FE9C-0AEA-6CA0-428BCA2451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6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4ECCA9E-E67C-168C-88FD-AD6CB4023B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9796B-F55F-40BA-947E-19D03180300F}" type="datetimeFigureOut">
              <a:rPr lang="zh-TW" altLang="en-US" smtClean="0"/>
              <a:t>2026/3/26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4C981C8-8D45-0A47-3806-BE0A87C917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A6214E5-6E9B-47B5-6DE2-EDD9AFC7B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DF32EF-DDCB-4FE9-B31D-868708C7146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251932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C4D8FF0-8194-9292-03E2-8FD9BFFF5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4616BE2-05CC-72D7-4C58-2C94608B52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D36E1FB0-D7BC-AB03-E115-23E0AB387B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85C616FF-D57F-BB61-2380-9DD5269C16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9796B-F55F-40BA-947E-19D03180300F}" type="datetimeFigureOut">
              <a:rPr lang="zh-TW" altLang="en-US" smtClean="0"/>
              <a:t>2026/3/26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08A70643-1D27-220A-7C87-B347C045DE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AFCC4E3-57A1-D244-76EC-C75C6C3DC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DF32EF-DDCB-4FE9-B31D-868708C7146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482547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967C107-5F5A-5745-3B29-19A3E26CB9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8"/>
            <a:ext cx="78867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EF0A7CCF-AB7D-8943-8345-8D264A38BF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6F39B061-6BB0-472A-7EA8-2BD5839024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6270641E-CAE6-718E-5D27-8379B4D2C17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1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05F41735-77AE-8771-2BA9-CB5A435741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1" y="2505075"/>
            <a:ext cx="3887391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E3A02D02-A229-303E-61D3-E64DB0F5DD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9796B-F55F-40BA-947E-19D03180300F}" type="datetimeFigureOut">
              <a:rPr lang="zh-TW" altLang="en-US" smtClean="0"/>
              <a:t>2026/3/26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5CA3038C-EEFF-E4DF-FB45-585E5008D3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33254CE7-7FB6-155F-5444-8C62B87AD8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DF32EF-DDCB-4FE9-B31D-868708C7146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574323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B2EB3B1-10B1-93F2-ABE1-3303A4D0E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E8DE6DDD-D6B6-2A12-2559-CDD123F4E1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9796B-F55F-40BA-947E-19D03180300F}" type="datetimeFigureOut">
              <a:rPr lang="zh-TW" altLang="en-US" smtClean="0"/>
              <a:t>2026/3/26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B3FD5F7E-798A-CFCA-BD96-0A6EA37BB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665BBA7C-3652-3B5A-DE16-03A9EFA96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DF32EF-DDCB-4FE9-B31D-868708C7146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459873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9ECA852D-E6F2-E0E5-C7E9-292BBC8C71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9796B-F55F-40BA-947E-19D03180300F}" type="datetimeFigureOut">
              <a:rPr lang="zh-TW" altLang="en-US" smtClean="0"/>
              <a:t>2026/3/26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EB79070F-2A19-0BF1-9D51-8A39FF1F95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DDFA248-55D7-09DE-89AC-F410589A4E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DF32EF-DDCB-4FE9-B31D-868708C7146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972691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FC22C2C-72AF-40E7-F179-280FBA3A1D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BD941CF-E894-2AE5-424E-1943A1C432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8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D4341979-4284-521D-3E87-0F00453E41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05FFE4D-6197-DCE1-D5BC-D35DA076EB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9796B-F55F-40BA-947E-19D03180300F}" type="datetimeFigureOut">
              <a:rPr lang="zh-TW" altLang="en-US" smtClean="0"/>
              <a:t>2026/3/26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DB57AA09-1AB2-FBC8-4A19-DF5BDB84B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4C84957F-F6AD-73C3-AD63-0CDABC1A79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DF32EF-DDCB-4FE9-B31D-868708C7146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739786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51F0122-A61F-D4B4-22EB-9978337DB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B0D876F8-A4BA-59E4-E6BA-31D8AFA0744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8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C6C92D0E-41CD-ED3A-5CEC-3918324880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1E8945CE-E657-DC86-EA68-28987B7E4A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9796B-F55F-40BA-947E-19D03180300F}" type="datetimeFigureOut">
              <a:rPr lang="zh-TW" altLang="en-US" smtClean="0"/>
              <a:t>2026/3/26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B19EE069-5CE3-25BE-FB74-8EED9F7EDC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70BCE9B8-20CE-B862-C2B3-29863AD56A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DF32EF-DDCB-4FE9-B31D-868708C7146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018001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24AE7DA-51E0-2F96-1AED-FA7BD8065E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125F76AD-0B13-A767-B706-A93FB02292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73148A8-7837-5FA5-10DB-2BB426829D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9796B-F55F-40BA-947E-19D03180300F}" type="datetimeFigureOut">
              <a:rPr lang="zh-TW" altLang="en-US" smtClean="0"/>
              <a:t>2026/3/26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610CBA1-BEA0-9764-75C8-6EEB54C9D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B0B921F-EDB1-16F5-DEB4-7A1F38474E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DF32EF-DDCB-4FE9-B31D-868708C7146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418587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949C6C9C-AB4C-0927-2F61-ED83EB15AE3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6" y="365125"/>
            <a:ext cx="1971675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92437356-3D65-AD66-E6B2-5FB47A00C6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1" y="365125"/>
            <a:ext cx="5800725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9C213D5-39B8-E1A9-1CFD-3EBC5820E6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9796B-F55F-40BA-947E-19D03180300F}" type="datetimeFigureOut">
              <a:rPr lang="zh-TW" altLang="en-US" smtClean="0"/>
              <a:t>2026/3/26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55A8FDB-DBD3-52BE-5ABF-79DA2E684A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82DCB0B-F231-7D13-9BA3-F0486F268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DF32EF-DDCB-4FE9-B31D-868708C7146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3862776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lbum 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7"/>
          <p:cNvSpPr>
            <a:spLocks noGrp="1"/>
          </p:cNvSpPr>
          <p:nvPr>
            <p:ph type="title" hasCustomPrompt="1"/>
          </p:nvPr>
        </p:nvSpPr>
        <p:spPr>
          <a:xfrm>
            <a:off x="228603" y="3962400"/>
            <a:ext cx="8298485" cy="1066800"/>
          </a:xfrm>
        </p:spPr>
        <p:txBody>
          <a:bodyPr bIns="0"/>
          <a:lstStyle>
            <a:lvl1pPr algn="r" eaLnBrk="1" latinLnBrk="0" hangingPunct="1">
              <a:defRPr kumimoji="0" lang="en-US" dirty="0"/>
            </a:lvl1pPr>
            <a:extLst/>
          </a:lstStyle>
          <a:p>
            <a:r>
              <a:rPr kumimoji="0" lang="en-US" dirty="0"/>
              <a:t>Click to add photo album title</a:t>
            </a:r>
          </a:p>
        </p:txBody>
      </p:sp>
      <p:sp>
        <p:nvSpPr>
          <p:cNvPr id="30" name="Rectangle 7"/>
          <p:cNvSpPr>
            <a:spLocks/>
          </p:cNvSpPr>
          <p:nvPr/>
        </p:nvSpPr>
        <p:spPr>
          <a:xfrm>
            <a:off x="453736" y="5181600"/>
            <a:ext cx="8229600" cy="1143000"/>
          </a:xfrm>
          <a:prstGeom prst="rect">
            <a:avLst/>
          </a:prstGeom>
        </p:spPr>
        <p:txBody>
          <a:bodyPr vert="horz" anchor="ctr">
            <a:norm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/>
            </a:pPr>
            <a:endParaRPr kumimoji="0" lang="en-US" sz="3200" b="0" i="1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9" name="Rectangle 7"/>
          <p:cNvSpPr>
            <a:spLocks noGrp="1"/>
          </p:cNvSpPr>
          <p:nvPr>
            <p:ph type="body" sz="quarter" idx="10" hasCustomPrompt="1"/>
          </p:nvPr>
        </p:nvSpPr>
        <p:spPr>
          <a:xfrm>
            <a:off x="2133600" y="5133975"/>
            <a:ext cx="6386946" cy="1219200"/>
          </a:xfrm>
        </p:spPr>
        <p:txBody>
          <a:bodyPr vert="horz" tIns="0" anchor="t" anchorCtr="0">
            <a:noAutofit/>
          </a:bodyPr>
          <a:lstStyle>
            <a:lvl1pPr marL="0" marR="0" indent="0" algn="r" rtl="0" eaLnBrk="1" latinLnBrk="0" hangingPunct="1">
              <a:spcBef>
                <a:spcPct val="20000"/>
              </a:spcBef>
              <a:buFontTx/>
              <a:buNone/>
              <a:defRPr kumimoji="0" sz="1800" b="0" i="0" cap="none" spc="0" baseline="0">
                <a:ln w="18415" cmpd="sng">
                  <a:solidFill>
                    <a:srgbClr val="FFFFFF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zh-TW" altLang="en-US" sz="2400" b="0" i="0" dirty="0">
                <a:solidFill>
                  <a:srgbClr val="000000"/>
                </a:solidFill>
                <a:latin typeface="新細明體"/>
                <a:ea typeface="+mn-ea"/>
                <a:cs typeface="新細明體"/>
              </a:rPr>
              <a:t>按一下以新增日期及其他詳細資料</a:t>
            </a:r>
            <a:endParaRPr kumimoji="0" lang="en-US" dirty="0"/>
          </a:p>
        </p:txBody>
      </p:sp>
      <p:sp>
        <p:nvSpPr>
          <p:cNvPr id="27" name="Rectangle 6"/>
          <p:cNvSpPr>
            <a:spLocks noGrp="1"/>
          </p:cNvSpPr>
          <p:nvPr>
            <p:ph type="pic" sz="quarter" idx="11"/>
          </p:nvPr>
        </p:nvSpPr>
        <p:spPr>
          <a:xfrm>
            <a:off x="6096000" y="1600200"/>
            <a:ext cx="2286000" cy="22860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/>
          <a:lstStyle/>
          <a:p>
            <a:pPr algn="ctr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6" name="Rectangle 5"/>
          <p:cNvSpPr/>
          <p:nvPr userDrawn="1"/>
        </p:nvSpPr>
        <p:spPr>
          <a:xfrm>
            <a:off x="176844" y="186904"/>
            <a:ext cx="8763000" cy="6213896"/>
          </a:xfrm>
          <a:prstGeom prst="rect">
            <a:avLst/>
          </a:prstGeom>
          <a:noFill/>
          <a:ln w="9525" cap="rnd" cmpd="sng" algn="ctr">
            <a:solidFill>
              <a:schemeClr val="bg1">
                <a:tint val="85000"/>
              </a:schemeClr>
            </a:solidFill>
            <a:prstDash val="dash"/>
          </a:ln>
          <a:effectLst>
            <a:outerShdw blurRad="25400" dist="12700" dir="5400000" algn="tl" rotWithShape="0">
              <a:schemeClr val="bg1">
                <a:alpha val="60000"/>
              </a:scheme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0" lang="en-US" sz="1800" dirty="0"/>
          </a:p>
        </p:txBody>
      </p:sp>
      <p:sp>
        <p:nvSpPr>
          <p:cNvPr id="11" name="Rectangle 10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F30C84A2-23CF-44F5-B813-5187ED5C7D1C}" type="datetimeFigureOut">
              <a:rPr kumimoji="0" lang="en-US" sz="1200" smtClean="0">
                <a:solidFill>
                  <a:schemeClr val="tx2"/>
                </a:solidFill>
              </a:rPr>
              <a:pPr/>
              <a:t>3/26/2026</a:t>
            </a:fld>
            <a:endParaRPr kumimoji="0" lang="en-US" dirty="0"/>
          </a:p>
        </p:txBody>
      </p:sp>
      <p:sp>
        <p:nvSpPr>
          <p:cNvPr id="12" name="Rectangle 11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en-US" sz="1200" smtClean="0">
                <a:solidFill>
                  <a:schemeClr val="tx2"/>
                </a:solidFill>
              </a:rPr>
              <a:pPr algn="r"/>
              <a:t>‹#›</a:t>
            </a:fld>
            <a:endParaRPr kumimoji="0" lang="en-US" dirty="0"/>
          </a:p>
        </p:txBody>
      </p:sp>
      <p:sp>
        <p:nvSpPr>
          <p:cNvPr id="13" name="Rectangle 12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2877458393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andscap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9"/>
          <p:cNvSpPr>
            <a:spLocks noGrp="1" noChangeAspect="1"/>
          </p:cNvSpPr>
          <p:nvPr>
            <p:ph type="pic" sz="quarter" idx="10"/>
          </p:nvPr>
        </p:nvSpPr>
        <p:spPr>
          <a:xfrm>
            <a:off x="914400" y="294590"/>
            <a:ext cx="7467600" cy="56007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/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en-US" i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7" name="Rectangle 5"/>
          <p:cNvSpPr>
            <a:spLocks noGrp="1"/>
          </p:cNvSpPr>
          <p:nvPr>
            <p:ph type="body" sz="quarter" idx="11" hasCustomPrompt="1"/>
          </p:nvPr>
        </p:nvSpPr>
        <p:spPr>
          <a:xfrm>
            <a:off x="914400" y="6019800"/>
            <a:ext cx="7467600" cy="381000"/>
          </a:xfrm>
        </p:spPr>
        <p:txBody>
          <a:bodyPr rIns="9144"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sz="1800" i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en-US" dirty="0"/>
              <a:t>Click to add caption</a:t>
            </a:r>
          </a:p>
        </p:txBody>
      </p:sp>
      <p:sp>
        <p:nvSpPr>
          <p:cNvPr id="4" name="Rectangle 3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F30C84A2-23CF-44F5-B813-5187ED5C7D1C}" type="datetimeFigureOut">
              <a:rPr kumimoji="0" lang="en-US" sz="1200" smtClean="0">
                <a:solidFill>
                  <a:schemeClr val="tx2"/>
                </a:solidFill>
              </a:rPr>
              <a:pPr/>
              <a:t>3/26/2026</a:t>
            </a:fld>
            <a:endParaRPr kumimoji="0" lang="en-US" dirty="0"/>
          </a:p>
        </p:txBody>
      </p:sp>
      <p:sp>
        <p:nvSpPr>
          <p:cNvPr id="6" name="Rectangle 5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en-US" sz="1200" smtClean="0">
                <a:solidFill>
                  <a:schemeClr val="tx2"/>
                </a:solidFill>
              </a:rPr>
              <a:pPr algn="r"/>
              <a:t>‹#›</a:t>
            </a:fld>
            <a:endParaRPr kumimoji="0" lang="en-US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2360298147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 preserve="1">
  <p:cSld name="Portrai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8"/>
          <p:cNvSpPr>
            <a:spLocks noGrp="1"/>
          </p:cNvSpPr>
          <p:nvPr>
            <p:ph type="pic" sz="quarter" idx="10"/>
          </p:nvPr>
        </p:nvSpPr>
        <p:spPr>
          <a:xfrm>
            <a:off x="419377" y="233241"/>
            <a:ext cx="4640305" cy="61722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13" name="Rectangle 6"/>
          <p:cNvSpPr>
            <a:spLocks noGrp="1"/>
          </p:cNvSpPr>
          <p:nvPr>
            <p:ph type="body" sz="quarter" idx="11" hasCustomPrompt="1"/>
          </p:nvPr>
        </p:nvSpPr>
        <p:spPr>
          <a:xfrm>
            <a:off x="5257800" y="3048000"/>
            <a:ext cx="3505200" cy="3352800"/>
          </a:xfrm>
        </p:spPr>
        <p:txBody>
          <a:bodyPr tIns="91440" bIns="91440" anchor="b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sz="1800" i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en-US" dirty="0"/>
              <a:t>Click to add caption</a:t>
            </a:r>
          </a:p>
        </p:txBody>
      </p:sp>
      <p:sp>
        <p:nvSpPr>
          <p:cNvPr id="4" name="Rectangle 3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F30C84A2-23CF-44F5-B813-5187ED5C7D1C}" type="datetimeFigureOut">
              <a:rPr kumimoji="0" lang="en-US" sz="1200" smtClean="0">
                <a:solidFill>
                  <a:schemeClr val="tx2"/>
                </a:solidFill>
              </a:rPr>
              <a:pPr/>
              <a:t>3/26/2026</a:t>
            </a:fld>
            <a:endParaRPr kumimoji="0" lang="en-US" dirty="0"/>
          </a:p>
        </p:txBody>
      </p:sp>
      <p:sp>
        <p:nvSpPr>
          <p:cNvPr id="5" name="Rectangle 4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en-US" sz="1200" smtClean="0">
                <a:solidFill>
                  <a:schemeClr val="tx2"/>
                </a:solidFill>
              </a:rPr>
              <a:pPr algn="r"/>
              <a:t>‹#›</a:t>
            </a:fld>
            <a:endParaRPr kumimoji="0" lang="en-US" dirty="0"/>
          </a:p>
        </p:txBody>
      </p:sp>
      <p:sp>
        <p:nvSpPr>
          <p:cNvPr id="6" name="Rectangle 5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1934612941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andscape (Fullscree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6"/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0" y="0"/>
            <a:ext cx="9144000" cy="6858000"/>
          </a:xfrm>
          <a:noFill/>
          <a:ln w="25400" cap="rnd" cmpd="sng" algn="ctr">
            <a:noFill/>
            <a:prstDash val="solid"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>
              <a:buFontTx/>
              <a:buNone/>
            </a:pPr>
            <a:r>
              <a:rPr kumimoji="0" lang="en-US" i="0" dirty="0"/>
              <a:t>Click icon</a:t>
            </a:r>
            <a:r>
              <a:rPr kumimoji="0" lang="en-US" i="0" baseline="0" dirty="0"/>
              <a:t> to add </a:t>
            </a:r>
            <a:r>
              <a:rPr kumimoji="0" lang="en-US" i="0" dirty="0"/>
              <a:t>full page picture</a:t>
            </a:r>
            <a:endParaRPr kumimoji="0" lang="en-US" i="0" baseline="0" dirty="0"/>
          </a:p>
          <a:p>
            <a:pPr marL="0" marR="0" indent="0" algn="ctr">
              <a:buFontTx/>
              <a:buNone/>
            </a:pPr>
            <a:endParaRPr kumimoji="0" lang="en-US" i="0" dirty="0"/>
          </a:p>
          <a:p>
            <a:pPr algn="ctr">
              <a:buFontTx/>
              <a:buNone/>
            </a:pPr>
            <a:endParaRPr kumimoji="0" lang="en-US" i="0" dirty="0"/>
          </a:p>
          <a:p>
            <a:pPr algn="ctr">
              <a:buFontTx/>
              <a:buNone/>
            </a:pPr>
            <a:endParaRPr kumimoji="0" lang="en-US" i="0" dirty="0"/>
          </a:p>
        </p:txBody>
      </p:sp>
    </p:spTree>
    <p:extLst>
      <p:ext uri="{BB962C8B-B14F-4D97-AF65-F5344CB8AC3E}">
        <p14:creationId xmlns:p14="http://schemas.microsoft.com/office/powerpoint/2010/main" val="509255684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lbum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2"/>
          <p:cNvSpPr>
            <a:spLocks noGrp="1"/>
          </p:cNvSpPr>
          <p:nvPr>
            <p:ph type="title" hasCustomPrompt="1"/>
          </p:nvPr>
        </p:nvSpPr>
        <p:spPr>
          <a:xfrm>
            <a:off x="752670" y="4572000"/>
            <a:ext cx="7781730" cy="990600"/>
          </a:xfrm>
        </p:spPr>
        <p:txBody>
          <a:bodyPr vert="horz" bIns="0" anchor="b" anchorCtr="0"/>
          <a:lstStyle>
            <a:lvl1pPr eaLnBrk="1" latinLnBrk="0" hangingPunct="1">
              <a:defRPr kumimoji="0" baseline="0"/>
            </a:lvl1pPr>
            <a:extLst/>
          </a:lstStyle>
          <a:p>
            <a:r>
              <a:rPr kumimoji="0" lang="en-US" dirty="0"/>
              <a:t>Click to add section title</a:t>
            </a:r>
          </a:p>
        </p:txBody>
      </p:sp>
      <p:sp>
        <p:nvSpPr>
          <p:cNvPr id="27" name="Rectangle 11"/>
          <p:cNvSpPr>
            <a:spLocks noGrp="1"/>
          </p:cNvSpPr>
          <p:nvPr>
            <p:ph type="body" sz="quarter" idx="14" hasCustomPrompt="1"/>
          </p:nvPr>
        </p:nvSpPr>
        <p:spPr>
          <a:xfrm>
            <a:off x="752670" y="5600700"/>
            <a:ext cx="7772400" cy="838200"/>
          </a:xfrm>
        </p:spPr>
        <p:txBody>
          <a:bodyPr vert="horz" tIns="0"/>
          <a:lstStyle>
            <a:lvl1pPr eaLnBrk="1" latinLnBrk="0" hangingPunct="1">
              <a:buFontTx/>
              <a:buNone/>
              <a:defRPr kumimoji="0" sz="1800"/>
            </a:lvl1pPr>
            <a:extLst/>
          </a:lstStyle>
          <a:p>
            <a:pPr lvl="0"/>
            <a:r>
              <a:rPr kumimoji="0" lang="en-US" dirty="0"/>
              <a:t>Click to add subtitle</a:t>
            </a:r>
          </a:p>
        </p:txBody>
      </p:sp>
      <p:sp>
        <p:nvSpPr>
          <p:cNvPr id="7" name="Rectangle 6"/>
          <p:cNvSpPr>
            <a:spLocks noGrp="1"/>
          </p:cNvSpPr>
          <p:nvPr>
            <p:ph type="pic" sz="quarter" idx="11"/>
          </p:nvPr>
        </p:nvSpPr>
        <p:spPr>
          <a:xfrm>
            <a:off x="786338" y="2140695"/>
            <a:ext cx="2286000" cy="22860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/>
          <a:lstStyle/>
          <a:p>
            <a:pPr algn="ctr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18" name="Rectangle 6"/>
          <p:cNvSpPr>
            <a:spLocks noGrp="1"/>
          </p:cNvSpPr>
          <p:nvPr>
            <p:ph type="pic" sz="quarter" idx="15"/>
          </p:nvPr>
        </p:nvSpPr>
        <p:spPr>
          <a:xfrm>
            <a:off x="3474604" y="2140695"/>
            <a:ext cx="2286000" cy="22860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/>
          <a:lstStyle/>
          <a:p>
            <a:pPr algn="ctr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2" name="Rectangle 6"/>
          <p:cNvSpPr>
            <a:spLocks noGrp="1"/>
          </p:cNvSpPr>
          <p:nvPr>
            <p:ph type="pic" sz="quarter" idx="16"/>
          </p:nvPr>
        </p:nvSpPr>
        <p:spPr>
          <a:xfrm>
            <a:off x="6162870" y="2140695"/>
            <a:ext cx="2286000" cy="22860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/>
          <a:lstStyle/>
          <a:p>
            <a:pPr algn="ctr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8" name="Rectangle 7"/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fld id="{F30C84A2-23CF-44F5-B813-5187ED5C7D1C}" type="datetimeFigureOut">
              <a:rPr kumimoji="0" lang="en-US" sz="1200" smtClean="0">
                <a:solidFill>
                  <a:schemeClr val="tx2"/>
                </a:solidFill>
              </a:rPr>
              <a:pPr/>
              <a:t>3/26/2026</a:t>
            </a:fld>
            <a:endParaRPr kumimoji="0" lang="en-US" dirty="0"/>
          </a:p>
        </p:txBody>
      </p:sp>
      <p:sp>
        <p:nvSpPr>
          <p:cNvPr id="9" name="Rectangle 8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en-US" sz="1200" smtClean="0">
                <a:solidFill>
                  <a:schemeClr val="tx2"/>
                </a:solidFill>
              </a:rPr>
              <a:pPr algn="r"/>
              <a:t>‹#›</a:t>
            </a:fld>
            <a:endParaRPr kumimoji="0" lang="en-US" dirty="0"/>
          </a:p>
        </p:txBody>
      </p:sp>
      <p:sp>
        <p:nvSpPr>
          <p:cNvPr id="10" name="Rectangle 9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2617217459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 preserve="1">
  <p:cSld name="2-Up Portrait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8"/>
          <p:cNvSpPr>
            <a:spLocks noGrp="1" noChangeAspect="1"/>
          </p:cNvSpPr>
          <p:nvPr>
            <p:ph type="pic" sz="quarter" idx="10"/>
          </p:nvPr>
        </p:nvSpPr>
        <p:spPr>
          <a:xfrm>
            <a:off x="4722049" y="609604"/>
            <a:ext cx="3431353" cy="4575141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11" name="Rectangle 8"/>
          <p:cNvSpPr>
            <a:spLocks noGrp="1" noChangeAspect="1"/>
          </p:cNvSpPr>
          <p:nvPr>
            <p:ph type="pic" sz="quarter" idx="11"/>
          </p:nvPr>
        </p:nvSpPr>
        <p:spPr>
          <a:xfrm>
            <a:off x="1066800" y="609600"/>
            <a:ext cx="3429000" cy="45720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3" name="Rectangle 7"/>
          <p:cNvSpPr>
            <a:spLocks noGrp="1"/>
          </p:cNvSpPr>
          <p:nvPr>
            <p:ph type="body" sz="quarter" idx="14" hasCustomPrompt="1"/>
          </p:nvPr>
        </p:nvSpPr>
        <p:spPr>
          <a:xfrm>
            <a:off x="1066800" y="5334000"/>
            <a:ext cx="3429000" cy="1066800"/>
          </a:xfrm>
        </p:spPr>
        <p:txBody>
          <a:bodyPr lIns="91440" rIns="9144"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en-US" dirty="0"/>
              <a:t>Click to add caption</a:t>
            </a:r>
          </a:p>
        </p:txBody>
      </p:sp>
      <p:sp>
        <p:nvSpPr>
          <p:cNvPr id="19" name="Rectangle 7"/>
          <p:cNvSpPr>
            <a:spLocks noGrp="1"/>
          </p:cNvSpPr>
          <p:nvPr>
            <p:ph type="body" sz="quarter" idx="15" hasCustomPrompt="1"/>
          </p:nvPr>
        </p:nvSpPr>
        <p:spPr>
          <a:xfrm>
            <a:off x="4724400" y="5334000"/>
            <a:ext cx="3429000" cy="1066800"/>
          </a:xfrm>
        </p:spPr>
        <p:txBody>
          <a:bodyPr lIns="91440" rIns="9144"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en-US" dirty="0"/>
              <a:t>Click to add caption</a:t>
            </a:r>
          </a:p>
        </p:txBody>
      </p:sp>
      <p:sp>
        <p:nvSpPr>
          <p:cNvPr id="6" name="Rectangle 5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F30C84A2-23CF-44F5-B813-5187ED5C7D1C}" type="datetimeFigureOut">
              <a:rPr kumimoji="0" lang="en-US" sz="1200" smtClean="0">
                <a:solidFill>
                  <a:schemeClr val="tx2"/>
                </a:solidFill>
              </a:rPr>
              <a:pPr/>
              <a:t>3/26/2026</a:t>
            </a:fld>
            <a:endParaRPr kumimoji="0" lang="en-US" dirty="0"/>
          </a:p>
        </p:txBody>
      </p:sp>
      <p:sp>
        <p:nvSpPr>
          <p:cNvPr id="7" name="Rectangle 6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en-US" sz="1200" smtClean="0">
                <a:solidFill>
                  <a:schemeClr val="tx2"/>
                </a:solidFill>
              </a:rPr>
              <a:pPr algn="r"/>
              <a:t>‹#›</a:t>
            </a:fld>
            <a:endParaRPr kumimoji="0" lang="en-US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656636481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-Up Landscape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7"/>
          <p:cNvSpPr>
            <a:spLocks noGrp="1" noChangeAspect="1"/>
          </p:cNvSpPr>
          <p:nvPr>
            <p:ph type="pic" sz="quarter" idx="13"/>
          </p:nvPr>
        </p:nvSpPr>
        <p:spPr>
          <a:xfrm>
            <a:off x="4648200" y="1676400"/>
            <a:ext cx="4038600" cy="302895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25" name="Rectangle 7"/>
          <p:cNvSpPr>
            <a:spLocks noGrp="1" noChangeAspect="1"/>
          </p:cNvSpPr>
          <p:nvPr>
            <p:ph type="pic" sz="quarter" idx="14"/>
          </p:nvPr>
        </p:nvSpPr>
        <p:spPr>
          <a:xfrm>
            <a:off x="457200" y="1676400"/>
            <a:ext cx="4038600" cy="302895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8" name="Rectangle 7"/>
          <p:cNvSpPr>
            <a:spLocks noGrp="1"/>
          </p:cNvSpPr>
          <p:nvPr>
            <p:ph type="body" sz="quarter" idx="16" hasCustomPrompt="1"/>
          </p:nvPr>
        </p:nvSpPr>
        <p:spPr>
          <a:xfrm>
            <a:off x="457200" y="4857750"/>
            <a:ext cx="4038600" cy="1238250"/>
          </a:xfrm>
        </p:spPr>
        <p:txBody>
          <a:bodyPr rIns="9144"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en-US" dirty="0"/>
              <a:t>Click to add caption</a:t>
            </a:r>
          </a:p>
        </p:txBody>
      </p:sp>
      <p:sp>
        <p:nvSpPr>
          <p:cNvPr id="19" name="Rectangle 7"/>
          <p:cNvSpPr>
            <a:spLocks noGrp="1"/>
          </p:cNvSpPr>
          <p:nvPr>
            <p:ph type="body" sz="quarter" idx="17" hasCustomPrompt="1"/>
          </p:nvPr>
        </p:nvSpPr>
        <p:spPr>
          <a:xfrm>
            <a:off x="4648200" y="4857750"/>
            <a:ext cx="4038600" cy="1238250"/>
          </a:xfrm>
        </p:spPr>
        <p:txBody>
          <a:bodyPr rIns="9144"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en-US" dirty="0"/>
              <a:t>Click to add caption</a:t>
            </a:r>
          </a:p>
        </p:txBody>
      </p:sp>
      <p:sp>
        <p:nvSpPr>
          <p:cNvPr id="6" name="Rectangle 5"/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F30C84A2-23CF-44F5-B813-5187ED5C7D1C}" type="datetimeFigureOut">
              <a:rPr kumimoji="0" lang="en-US" sz="1200" smtClean="0">
                <a:solidFill>
                  <a:schemeClr val="tx2"/>
                </a:solidFill>
              </a:rPr>
              <a:pPr/>
              <a:t>3/26/2026</a:t>
            </a:fld>
            <a:endParaRPr kumimoji="0" lang="en-US" dirty="0"/>
          </a:p>
        </p:txBody>
      </p:sp>
      <p:sp>
        <p:nvSpPr>
          <p:cNvPr id="7" name="Rectangle 6"/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en-US" sz="1200" smtClean="0">
                <a:solidFill>
                  <a:schemeClr val="tx2"/>
                </a:solidFill>
              </a:rPr>
              <a:pPr algn="r"/>
              <a:t>‹#›</a:t>
            </a:fld>
            <a:endParaRPr kumimoji="0" lang="en-US" dirty="0"/>
          </a:p>
        </p:txBody>
      </p:sp>
      <p:sp>
        <p:nvSpPr>
          <p:cNvPr id="9" name="Rectangle 8"/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3832977871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-Up Mixed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7"/>
          <p:cNvSpPr>
            <a:spLocks noGrp="1" noChangeAspect="1"/>
          </p:cNvSpPr>
          <p:nvPr>
            <p:ph type="pic" sz="quarter" idx="11"/>
          </p:nvPr>
        </p:nvSpPr>
        <p:spPr>
          <a:xfrm>
            <a:off x="5141976" y="381000"/>
            <a:ext cx="3773424" cy="2830068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22" name="Rectangle 7"/>
          <p:cNvSpPr>
            <a:spLocks noGrp="1" noChangeAspect="1"/>
          </p:cNvSpPr>
          <p:nvPr>
            <p:ph type="pic" sz="quarter" idx="12"/>
          </p:nvPr>
        </p:nvSpPr>
        <p:spPr>
          <a:xfrm>
            <a:off x="454152" y="381000"/>
            <a:ext cx="4462272" cy="5949696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11" name="Rectangle 7"/>
          <p:cNvSpPr>
            <a:spLocks noGrp="1"/>
          </p:cNvSpPr>
          <p:nvPr>
            <p:ph type="body" sz="quarter" idx="13" hasCustomPrompt="1"/>
          </p:nvPr>
        </p:nvSpPr>
        <p:spPr>
          <a:xfrm>
            <a:off x="5141978" y="3352800"/>
            <a:ext cx="3773425" cy="2971800"/>
          </a:xfrm>
        </p:spPr>
        <p:txBody>
          <a:bodyPr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sz="1800" i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en-US" dirty="0"/>
              <a:t>Click to add caption</a:t>
            </a:r>
          </a:p>
        </p:txBody>
      </p:sp>
      <p:sp>
        <p:nvSpPr>
          <p:cNvPr id="5" name="Rectangle 4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30C84A2-23CF-44F5-B813-5187ED5C7D1C}" type="datetimeFigureOut">
              <a:rPr kumimoji="0" lang="en-US" sz="1200" smtClean="0">
                <a:solidFill>
                  <a:schemeClr val="tx2"/>
                </a:solidFill>
              </a:rPr>
              <a:pPr/>
              <a:t>3/26/2026</a:t>
            </a:fld>
            <a:endParaRPr kumimoji="0" lang="en-US" dirty="0"/>
          </a:p>
        </p:txBody>
      </p:sp>
      <p:sp>
        <p:nvSpPr>
          <p:cNvPr id="7" name="Rectangle 6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en-US" sz="1200" smtClean="0">
                <a:solidFill>
                  <a:schemeClr val="tx2"/>
                </a:solidFill>
              </a:rPr>
              <a:pPr algn="r"/>
              <a:t>‹#›</a:t>
            </a:fld>
            <a:endParaRPr kumimoji="0" lang="en-US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3098775518"/>
      </p:ext>
    </p:extLst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-Up Portrait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/>
          <p:cNvSpPr>
            <a:spLocks noGrp="1" noChangeAspect="1"/>
          </p:cNvSpPr>
          <p:nvPr>
            <p:ph type="pic" sz="quarter" idx="10"/>
          </p:nvPr>
        </p:nvSpPr>
        <p:spPr>
          <a:xfrm>
            <a:off x="228600" y="1066800"/>
            <a:ext cx="2743200" cy="36576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342900" marR="0" indent="-34290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4" name="Rectangle 8"/>
          <p:cNvSpPr>
            <a:spLocks noGrp="1" noChangeAspect="1"/>
          </p:cNvSpPr>
          <p:nvPr>
            <p:ph type="pic" sz="quarter" idx="11"/>
          </p:nvPr>
        </p:nvSpPr>
        <p:spPr>
          <a:xfrm>
            <a:off x="3200400" y="1066800"/>
            <a:ext cx="2743200" cy="36576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342900" marR="0" indent="-34290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31" name="Rectangle 8"/>
          <p:cNvSpPr>
            <a:spLocks noGrp="1" noChangeAspect="1"/>
          </p:cNvSpPr>
          <p:nvPr>
            <p:ph type="pic" sz="quarter" idx="12"/>
          </p:nvPr>
        </p:nvSpPr>
        <p:spPr>
          <a:xfrm>
            <a:off x="6172200" y="1066800"/>
            <a:ext cx="2743200" cy="36576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342900" marR="0" indent="-34290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7" name="Rectangle 6"/>
          <p:cNvSpPr>
            <a:spLocks noGrp="1"/>
          </p:cNvSpPr>
          <p:nvPr>
            <p:ph type="body" sz="quarter" idx="13" hasCustomPrompt="1"/>
          </p:nvPr>
        </p:nvSpPr>
        <p:spPr>
          <a:xfrm>
            <a:off x="228600" y="4876800"/>
            <a:ext cx="2743200" cy="1447800"/>
          </a:xfrm>
        </p:spPr>
        <p:txBody>
          <a:bodyPr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en-US" dirty="0"/>
              <a:t>Click to add caption</a:t>
            </a:r>
          </a:p>
        </p:txBody>
      </p:sp>
      <p:sp>
        <p:nvSpPr>
          <p:cNvPr id="6" name="Rectangle 6"/>
          <p:cNvSpPr>
            <a:spLocks noGrp="1"/>
          </p:cNvSpPr>
          <p:nvPr>
            <p:ph type="body" sz="quarter" idx="14" hasCustomPrompt="1"/>
          </p:nvPr>
        </p:nvSpPr>
        <p:spPr>
          <a:xfrm>
            <a:off x="3200400" y="4876800"/>
            <a:ext cx="2743200" cy="1447800"/>
          </a:xfrm>
        </p:spPr>
        <p:txBody>
          <a:bodyPr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en-US" dirty="0"/>
              <a:t>Click to add caption</a:t>
            </a:r>
          </a:p>
        </p:txBody>
      </p:sp>
      <p:sp>
        <p:nvSpPr>
          <p:cNvPr id="14" name="Rectangle 6"/>
          <p:cNvSpPr>
            <a:spLocks noGrp="1"/>
          </p:cNvSpPr>
          <p:nvPr>
            <p:ph type="body" sz="quarter" idx="15" hasCustomPrompt="1"/>
          </p:nvPr>
        </p:nvSpPr>
        <p:spPr>
          <a:xfrm>
            <a:off x="6172200" y="4876800"/>
            <a:ext cx="2743200" cy="1447800"/>
          </a:xfrm>
        </p:spPr>
        <p:txBody>
          <a:bodyPr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en-US" dirty="0"/>
              <a:t>Click to add caption</a:t>
            </a:r>
          </a:p>
        </p:txBody>
      </p:sp>
      <p:sp>
        <p:nvSpPr>
          <p:cNvPr id="8" name="Rectangle 7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F30C84A2-23CF-44F5-B813-5187ED5C7D1C}" type="datetimeFigureOut">
              <a:rPr kumimoji="0" lang="en-US" sz="1200" smtClean="0">
                <a:solidFill>
                  <a:schemeClr val="tx2"/>
                </a:solidFill>
              </a:rPr>
              <a:pPr/>
              <a:t>3/26/2026</a:t>
            </a:fld>
            <a:endParaRPr kumimoji="0" lang="en-US" dirty="0"/>
          </a:p>
        </p:txBody>
      </p:sp>
      <p:sp>
        <p:nvSpPr>
          <p:cNvPr id="9" name="Rectangle 8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en-US" sz="1200" smtClean="0">
                <a:solidFill>
                  <a:schemeClr val="tx2"/>
                </a:solidFill>
              </a:rPr>
              <a:pPr algn="r"/>
              <a:t>‹#›</a:t>
            </a:fld>
            <a:endParaRPr kumimoji="0" lang="en-US" dirty="0"/>
          </a:p>
        </p:txBody>
      </p:sp>
      <p:sp>
        <p:nvSpPr>
          <p:cNvPr id="10" name="Rectangle 9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436463348"/>
      </p:ext>
    </p:extLst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-Up Landscap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7"/>
          <p:cNvSpPr>
            <a:spLocks noGrp="1" noChangeAspect="1"/>
          </p:cNvSpPr>
          <p:nvPr>
            <p:ph type="pic" sz="quarter" idx="11"/>
          </p:nvPr>
        </p:nvSpPr>
        <p:spPr>
          <a:xfrm>
            <a:off x="4663440" y="3403823"/>
            <a:ext cx="4023360" cy="301752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anchor="t">
            <a:normAutofit/>
          </a:bodyPr>
          <a:lstStyle>
            <a:lvl1pPr marL="342900" marR="0" indent="-34290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15" name="Rectangle 7"/>
          <p:cNvSpPr>
            <a:spLocks noGrp="1" noChangeAspect="1"/>
          </p:cNvSpPr>
          <p:nvPr>
            <p:ph type="pic" sz="quarter" idx="12"/>
          </p:nvPr>
        </p:nvSpPr>
        <p:spPr>
          <a:xfrm>
            <a:off x="457200" y="3403823"/>
            <a:ext cx="4023360" cy="301752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anchor="t">
            <a:normAutofit/>
          </a:bodyPr>
          <a:lstStyle>
            <a:lvl1pPr marL="342900" marR="0" indent="-34290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26" name="Rectangle 7"/>
          <p:cNvSpPr>
            <a:spLocks noGrp="1" noChangeAspect="1"/>
          </p:cNvSpPr>
          <p:nvPr>
            <p:ph type="pic" sz="quarter" idx="13"/>
          </p:nvPr>
        </p:nvSpPr>
        <p:spPr>
          <a:xfrm>
            <a:off x="4663440" y="228600"/>
            <a:ext cx="4023360" cy="301752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342900" marR="0" indent="-34290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27" name="Rectangle 11"/>
          <p:cNvSpPr>
            <a:spLocks noGrp="1"/>
          </p:cNvSpPr>
          <p:nvPr>
            <p:ph type="body" sz="quarter" idx="14" hasCustomPrompt="1"/>
          </p:nvPr>
        </p:nvSpPr>
        <p:spPr>
          <a:xfrm>
            <a:off x="457200" y="228600"/>
            <a:ext cx="4023360" cy="3017520"/>
          </a:xfrm>
        </p:spPr>
        <p:txBody>
          <a:bodyPr anchor="b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sz="1800" i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en-US" dirty="0"/>
              <a:t>Click to add caption</a:t>
            </a:r>
          </a:p>
        </p:txBody>
      </p:sp>
      <p:sp>
        <p:nvSpPr>
          <p:cNvPr id="6" name="Rectangle 5"/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F30C84A2-23CF-44F5-B813-5187ED5C7D1C}" type="datetimeFigureOut">
              <a:rPr kumimoji="0" lang="en-US" sz="1200" smtClean="0">
                <a:solidFill>
                  <a:schemeClr val="tx2"/>
                </a:solidFill>
              </a:rPr>
              <a:pPr/>
              <a:t>3/26/2026</a:t>
            </a:fld>
            <a:endParaRPr kumimoji="0" lang="en-US" dirty="0"/>
          </a:p>
        </p:txBody>
      </p:sp>
      <p:sp>
        <p:nvSpPr>
          <p:cNvPr id="7" name="Rectangle 6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en-US" sz="1200" smtClean="0">
                <a:solidFill>
                  <a:schemeClr val="tx2"/>
                </a:solidFill>
              </a:rPr>
              <a:pPr algn="r"/>
              <a:t>‹#›</a:t>
            </a:fld>
            <a:endParaRPr kumimoji="0" lang="en-US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1277909292"/>
      </p:ext>
    </p:extLst>
  </p:cSld>
  <p:clrMapOvr>
    <a:masterClrMapping/>
  </p:clrMapOvr>
  <p:transition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-Up Mix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spect="1"/>
          </p:cNvSpPr>
          <p:nvPr>
            <p:ph type="pic" sz="quarter" idx="11"/>
          </p:nvPr>
        </p:nvSpPr>
        <p:spPr>
          <a:xfrm>
            <a:off x="5067300" y="3436620"/>
            <a:ext cx="3649900" cy="2889504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29" name="Rectangle 7"/>
          <p:cNvSpPr>
            <a:spLocks noGrp="1" noChangeAspect="1"/>
          </p:cNvSpPr>
          <p:nvPr>
            <p:ph type="pic" sz="quarter" idx="12"/>
          </p:nvPr>
        </p:nvSpPr>
        <p:spPr>
          <a:xfrm>
            <a:off x="426720" y="384048"/>
            <a:ext cx="4457700" cy="59436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10" name="Rectangle 7"/>
          <p:cNvSpPr>
            <a:spLocks noGrp="1" noChangeAspect="1"/>
          </p:cNvSpPr>
          <p:nvPr>
            <p:ph type="pic" sz="quarter" idx="13"/>
          </p:nvPr>
        </p:nvSpPr>
        <p:spPr>
          <a:xfrm>
            <a:off x="5067300" y="389334"/>
            <a:ext cx="3657600" cy="2887269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5" name="Rectangle 4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30C84A2-23CF-44F5-B813-5187ED5C7D1C}" type="datetimeFigureOut">
              <a:rPr kumimoji="0" lang="en-US" sz="1200" smtClean="0">
                <a:solidFill>
                  <a:schemeClr val="tx2"/>
                </a:solidFill>
              </a:rPr>
              <a:pPr/>
              <a:t>3/26/2026</a:t>
            </a:fld>
            <a:endParaRPr kumimoji="0" lang="en-US" dirty="0"/>
          </a:p>
        </p:txBody>
      </p:sp>
      <p:sp>
        <p:nvSpPr>
          <p:cNvPr id="6" name="Rectangle 5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en-US" sz="1200" smtClean="0">
                <a:solidFill>
                  <a:schemeClr val="tx2"/>
                </a:solidFill>
              </a:rPr>
              <a:pPr algn="r"/>
              <a:t>‹#›</a:t>
            </a:fld>
            <a:endParaRPr kumimoji="0" lang="en-US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2557200878"/>
      </p:ext>
    </p:extLst>
  </p:cSld>
  <p:clrMapOvr>
    <a:masterClrMapping/>
  </p:clrMapOvr>
  <p:transition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4-Up Portrait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7"/>
          <p:cNvSpPr>
            <a:spLocks noGrp="1"/>
          </p:cNvSpPr>
          <p:nvPr>
            <p:ph type="pic" sz="quarter" idx="14"/>
          </p:nvPr>
        </p:nvSpPr>
        <p:spPr>
          <a:xfrm>
            <a:off x="2229297" y="228600"/>
            <a:ext cx="2285214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3" name="Rectangle 7"/>
          <p:cNvSpPr>
            <a:spLocks noGrp="1"/>
          </p:cNvSpPr>
          <p:nvPr>
            <p:ph type="pic" sz="quarter" idx="26"/>
          </p:nvPr>
        </p:nvSpPr>
        <p:spPr>
          <a:xfrm>
            <a:off x="2229297" y="3365392"/>
            <a:ext cx="2285214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10" name="Rectangle 7"/>
          <p:cNvSpPr>
            <a:spLocks noGrp="1" noChangeAspect="1"/>
          </p:cNvSpPr>
          <p:nvPr>
            <p:ph type="pic" sz="quarter" idx="25"/>
          </p:nvPr>
        </p:nvSpPr>
        <p:spPr>
          <a:xfrm>
            <a:off x="4672217" y="228600"/>
            <a:ext cx="2286000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27" name="Rectangle 7"/>
          <p:cNvSpPr>
            <a:spLocks noGrp="1"/>
          </p:cNvSpPr>
          <p:nvPr>
            <p:ph type="pic" sz="quarter" idx="27"/>
          </p:nvPr>
        </p:nvSpPr>
        <p:spPr>
          <a:xfrm>
            <a:off x="4667697" y="3365392"/>
            <a:ext cx="2285214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6" name="Rectangle 7"/>
          <p:cNvSpPr>
            <a:spLocks noGrp="1"/>
          </p:cNvSpPr>
          <p:nvPr>
            <p:ph type="body" sz="quarter" idx="16" hasCustomPrompt="1"/>
          </p:nvPr>
        </p:nvSpPr>
        <p:spPr>
          <a:xfrm>
            <a:off x="400497" y="1295400"/>
            <a:ext cx="1676400" cy="1905000"/>
          </a:xfrm>
        </p:spPr>
        <p:txBody>
          <a:bodyPr anchor="b" anchorCtr="0">
            <a:noAutofit/>
          </a:bodyPr>
          <a:lstStyle>
            <a:lvl1pPr marL="0" marR="0" indent="0" algn="r" rtl="0" eaLnBrk="1" latinLnBrk="0" hangingPunct="1">
              <a:spcBef>
                <a:spcPct val="20000"/>
              </a:spcBef>
              <a:buFontTx/>
              <a:buNone/>
              <a:defRPr kumimoji="0" sz="16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en-US" dirty="0"/>
              <a:t>Click to add caption</a:t>
            </a:r>
          </a:p>
        </p:txBody>
      </p:sp>
      <p:sp>
        <p:nvSpPr>
          <p:cNvPr id="14" name="Rectangle 7"/>
          <p:cNvSpPr>
            <a:spLocks noGrp="1"/>
          </p:cNvSpPr>
          <p:nvPr>
            <p:ph type="body" sz="quarter" idx="29" hasCustomPrompt="1"/>
          </p:nvPr>
        </p:nvSpPr>
        <p:spPr>
          <a:xfrm>
            <a:off x="7086600" y="1295400"/>
            <a:ext cx="1676400" cy="1905000"/>
          </a:xfrm>
        </p:spPr>
        <p:txBody>
          <a:bodyPr anchor="b" anchorCtr="0"/>
          <a:lstStyle>
            <a:lvl1pPr marL="0" marR="0" indent="0" algn="l" eaLnBrk="1" latinLnBrk="0" hangingPunct="1">
              <a:buFontTx/>
              <a:buNone/>
              <a:defRPr kumimoji="0" sz="1600" baseline="0"/>
            </a:lvl1pPr>
            <a:extLst/>
          </a:lstStyle>
          <a:p>
            <a:pPr lvl="0"/>
            <a:r>
              <a:rPr kumimoji="0" lang="en-US" dirty="0"/>
              <a:t>Click to add caption</a:t>
            </a:r>
          </a:p>
        </p:txBody>
      </p:sp>
      <p:sp>
        <p:nvSpPr>
          <p:cNvPr id="4" name="Rectangle 7"/>
          <p:cNvSpPr>
            <a:spLocks noGrp="1"/>
          </p:cNvSpPr>
          <p:nvPr>
            <p:ph type="body" sz="quarter" idx="28" hasCustomPrompt="1"/>
          </p:nvPr>
        </p:nvSpPr>
        <p:spPr>
          <a:xfrm>
            <a:off x="400497" y="3352800"/>
            <a:ext cx="1676400" cy="1905000"/>
          </a:xfrm>
        </p:spPr>
        <p:txBody>
          <a:bodyPr anchor="t" anchorCtr="0"/>
          <a:lstStyle>
            <a:lvl1pPr marL="0" marR="0" indent="0" algn="r" eaLnBrk="1" latinLnBrk="0" hangingPunct="1">
              <a:buFontTx/>
              <a:buNone/>
              <a:defRPr kumimoji="0" sz="1600" baseline="0"/>
            </a:lvl1pPr>
            <a:extLst/>
          </a:lstStyle>
          <a:p>
            <a:pPr lvl="0"/>
            <a:r>
              <a:rPr kumimoji="0" lang="en-US" dirty="0"/>
              <a:t>Click to add caption</a:t>
            </a:r>
          </a:p>
        </p:txBody>
      </p:sp>
      <p:sp>
        <p:nvSpPr>
          <p:cNvPr id="13" name="Rectangle 7"/>
          <p:cNvSpPr>
            <a:spLocks noGrp="1"/>
          </p:cNvSpPr>
          <p:nvPr>
            <p:ph type="body" sz="quarter" idx="30" hasCustomPrompt="1"/>
          </p:nvPr>
        </p:nvSpPr>
        <p:spPr>
          <a:xfrm>
            <a:off x="7086600" y="3352800"/>
            <a:ext cx="1676400" cy="1905000"/>
          </a:xfrm>
        </p:spPr>
        <p:txBody>
          <a:bodyPr anchor="t" anchorCtr="0"/>
          <a:lstStyle>
            <a:lvl1pPr marL="0" marR="0" indent="0" algn="l" eaLnBrk="1" latinLnBrk="0" hangingPunct="1">
              <a:buFontTx/>
              <a:buNone/>
              <a:defRPr kumimoji="0" sz="1600" baseline="0"/>
            </a:lvl1pPr>
            <a:extLst/>
          </a:lstStyle>
          <a:p>
            <a:pPr lvl="0"/>
            <a:r>
              <a:rPr kumimoji="0" lang="en-US" dirty="0"/>
              <a:t>Click to add caption</a:t>
            </a:r>
          </a:p>
        </p:txBody>
      </p:sp>
      <p:sp>
        <p:nvSpPr>
          <p:cNvPr id="11" name="Rectangle 10"/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fld id="{F30C84A2-23CF-44F5-B813-5187ED5C7D1C}" type="datetimeFigureOut">
              <a:rPr kumimoji="0" lang="en-US" sz="1200" smtClean="0">
                <a:solidFill>
                  <a:schemeClr val="tx2"/>
                </a:solidFill>
              </a:rPr>
              <a:pPr/>
              <a:t>3/26/2026</a:t>
            </a:fld>
            <a:endParaRPr kumimoji="0" lang="en-US" dirty="0"/>
          </a:p>
        </p:txBody>
      </p:sp>
      <p:sp>
        <p:nvSpPr>
          <p:cNvPr id="12" name="Rectangle 11"/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en-US" sz="1200" smtClean="0">
                <a:solidFill>
                  <a:schemeClr val="tx2"/>
                </a:solidFill>
              </a:rPr>
              <a:pPr algn="r"/>
              <a:t>‹#›</a:t>
            </a:fld>
            <a:endParaRPr kumimoji="0" lang="en-US" dirty="0"/>
          </a:p>
        </p:txBody>
      </p:sp>
      <p:sp>
        <p:nvSpPr>
          <p:cNvPr id="15" name="Rectangle 14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1370721424"/>
      </p:ext>
    </p:extLst>
  </p:cSld>
  <p:clrMapOvr>
    <a:masterClrMapping/>
  </p:clrMapOvr>
  <p:transition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4-Up landscap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7"/>
          <p:cNvSpPr>
            <a:spLocks noGrp="1"/>
          </p:cNvSpPr>
          <p:nvPr>
            <p:ph type="pic" sz="quarter" idx="14"/>
          </p:nvPr>
        </p:nvSpPr>
        <p:spPr>
          <a:xfrm>
            <a:off x="926823" y="533400"/>
            <a:ext cx="3653297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8" name="Rectangle 7"/>
          <p:cNvSpPr>
            <a:spLocks noGrp="1"/>
          </p:cNvSpPr>
          <p:nvPr>
            <p:ph type="body" sz="quarter" idx="16" hasCustomPrompt="1"/>
          </p:nvPr>
        </p:nvSpPr>
        <p:spPr>
          <a:xfrm>
            <a:off x="926821" y="6172200"/>
            <a:ext cx="3657600" cy="304800"/>
          </a:xfrm>
        </p:spPr>
        <p:txBody>
          <a:bodyPr lIns="9144" anchor="t" anchorCtr="0"/>
          <a:lstStyle>
            <a:lvl1pPr marL="0" marR="0" indent="0" algn="l" eaLnBrk="1" latinLnBrk="0" hangingPunct="1">
              <a:buFontTx/>
              <a:buNone/>
              <a:defRPr kumimoji="0" sz="1600" baseline="0"/>
            </a:lvl1pPr>
            <a:extLst/>
          </a:lstStyle>
          <a:p>
            <a:pPr lvl="0"/>
            <a:r>
              <a:rPr kumimoji="0" lang="en-US" dirty="0"/>
              <a:t>Click to add caption</a:t>
            </a:r>
          </a:p>
        </p:txBody>
      </p:sp>
      <p:sp>
        <p:nvSpPr>
          <p:cNvPr id="9" name="Rectangle 7"/>
          <p:cNvSpPr>
            <a:spLocks noGrp="1"/>
          </p:cNvSpPr>
          <p:nvPr>
            <p:ph type="pic" sz="quarter" idx="17"/>
          </p:nvPr>
        </p:nvSpPr>
        <p:spPr>
          <a:xfrm>
            <a:off x="4660621" y="533400"/>
            <a:ext cx="36576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6" name="Rectangle 7"/>
          <p:cNvSpPr>
            <a:spLocks noGrp="1"/>
          </p:cNvSpPr>
          <p:nvPr>
            <p:ph type="pic" sz="quarter" idx="18"/>
          </p:nvPr>
        </p:nvSpPr>
        <p:spPr>
          <a:xfrm>
            <a:off x="926821" y="3352800"/>
            <a:ext cx="36576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14" name="Rectangle 7"/>
          <p:cNvSpPr>
            <a:spLocks noGrp="1"/>
          </p:cNvSpPr>
          <p:nvPr>
            <p:ph type="pic" sz="quarter" idx="19"/>
          </p:nvPr>
        </p:nvSpPr>
        <p:spPr>
          <a:xfrm>
            <a:off x="4660621" y="3352800"/>
            <a:ext cx="36576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4" name="Rectangle 7"/>
          <p:cNvSpPr>
            <a:spLocks noGrp="1"/>
          </p:cNvSpPr>
          <p:nvPr>
            <p:ph type="body" sz="quarter" idx="22" hasCustomPrompt="1"/>
          </p:nvPr>
        </p:nvSpPr>
        <p:spPr>
          <a:xfrm>
            <a:off x="926821" y="152400"/>
            <a:ext cx="3657600" cy="304800"/>
          </a:xfrm>
        </p:spPr>
        <p:txBody>
          <a:bodyPr lIns="9144" anchor="t" anchorCtr="0"/>
          <a:lstStyle>
            <a:lvl1pPr marL="0" marR="0" indent="0" algn="l" eaLnBrk="1" latinLnBrk="0" hangingPunct="1">
              <a:buFontTx/>
              <a:buNone/>
              <a:defRPr kumimoji="0" sz="1600" baseline="0"/>
            </a:lvl1pPr>
            <a:extLst/>
          </a:lstStyle>
          <a:p>
            <a:pPr lvl="0"/>
            <a:r>
              <a:rPr kumimoji="0" lang="en-US" dirty="0"/>
              <a:t>Click to add caption</a:t>
            </a:r>
          </a:p>
        </p:txBody>
      </p:sp>
      <p:sp>
        <p:nvSpPr>
          <p:cNvPr id="18" name="Rectangle 7"/>
          <p:cNvSpPr>
            <a:spLocks noGrp="1"/>
          </p:cNvSpPr>
          <p:nvPr>
            <p:ph type="body" sz="quarter" idx="23" hasCustomPrompt="1"/>
          </p:nvPr>
        </p:nvSpPr>
        <p:spPr>
          <a:xfrm>
            <a:off x="4660621" y="6172200"/>
            <a:ext cx="3657600" cy="304800"/>
          </a:xfrm>
        </p:spPr>
        <p:txBody>
          <a:bodyPr lIns="9144" anchor="t" anchorCtr="0"/>
          <a:lstStyle>
            <a:lvl1pPr marL="0" marR="0" indent="0" algn="l" eaLnBrk="1" latinLnBrk="0" hangingPunct="1">
              <a:buFontTx/>
              <a:buNone/>
              <a:defRPr kumimoji="0" sz="1600" baseline="0"/>
            </a:lvl1pPr>
            <a:extLst/>
          </a:lstStyle>
          <a:p>
            <a:pPr lvl="0"/>
            <a:r>
              <a:rPr kumimoji="0" lang="en-US" dirty="0"/>
              <a:t>Click to add caption</a:t>
            </a:r>
          </a:p>
        </p:txBody>
      </p:sp>
      <p:sp>
        <p:nvSpPr>
          <p:cNvPr id="16" name="Rectangle 7"/>
          <p:cNvSpPr>
            <a:spLocks noGrp="1"/>
          </p:cNvSpPr>
          <p:nvPr>
            <p:ph type="body" sz="quarter" idx="24" hasCustomPrompt="1"/>
          </p:nvPr>
        </p:nvSpPr>
        <p:spPr>
          <a:xfrm>
            <a:off x="4660621" y="152400"/>
            <a:ext cx="3657600" cy="304800"/>
          </a:xfrm>
        </p:spPr>
        <p:txBody>
          <a:bodyPr lIns="9144" anchor="t" anchorCtr="0"/>
          <a:lstStyle>
            <a:lvl1pPr marL="0" marR="0" indent="0" algn="l" eaLnBrk="1" latinLnBrk="0" hangingPunct="1">
              <a:buFontTx/>
              <a:buNone/>
              <a:defRPr kumimoji="0" sz="1600" baseline="0"/>
            </a:lvl1pPr>
            <a:extLst/>
          </a:lstStyle>
          <a:p>
            <a:pPr lvl="0"/>
            <a:r>
              <a:rPr kumimoji="0" lang="en-US" dirty="0"/>
              <a:t>Click to add caption</a:t>
            </a:r>
          </a:p>
        </p:txBody>
      </p:sp>
      <p:sp>
        <p:nvSpPr>
          <p:cNvPr id="10" name="Rectangle 9"/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F30C84A2-23CF-44F5-B813-5187ED5C7D1C}" type="datetimeFigureOut">
              <a:rPr kumimoji="0" lang="en-US" sz="1200" smtClean="0">
                <a:solidFill>
                  <a:schemeClr val="tx2"/>
                </a:solidFill>
              </a:rPr>
              <a:pPr/>
              <a:t>3/26/2026</a:t>
            </a:fld>
            <a:endParaRPr kumimoji="0" lang="en-US" dirty="0"/>
          </a:p>
        </p:txBody>
      </p:sp>
      <p:sp>
        <p:nvSpPr>
          <p:cNvPr id="11" name="Rectangle 10"/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en-US" sz="1200" smtClean="0">
                <a:solidFill>
                  <a:schemeClr val="tx2"/>
                </a:solidFill>
              </a:rPr>
              <a:pPr algn="r"/>
              <a:t>‹#›</a:t>
            </a:fld>
            <a:endParaRPr kumimoji="0" lang="en-US" dirty="0"/>
          </a:p>
        </p:txBody>
      </p:sp>
      <p:sp>
        <p:nvSpPr>
          <p:cNvPr id="12" name="Rectangle 11"/>
          <p:cNvSpPr>
            <a:spLocks noGrp="1"/>
          </p:cNvSpPr>
          <p:nvPr>
            <p:ph type="ftr" sz="quarter" idx="27"/>
          </p:nvPr>
        </p:nvSpPr>
        <p:spPr/>
        <p:txBody>
          <a:bodyPr/>
          <a:lstStyle/>
          <a:p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4111706700"/>
      </p:ext>
    </p:extLst>
  </p:cSld>
  <p:clrMapOvr>
    <a:masterClrMapping/>
  </p:clrMapOvr>
  <p:transition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4-Up Portrait with Large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7"/>
          <p:cNvSpPr>
            <a:spLocks noGrp="1"/>
          </p:cNvSpPr>
          <p:nvPr>
            <p:ph type="pic" sz="quarter" idx="14"/>
          </p:nvPr>
        </p:nvSpPr>
        <p:spPr>
          <a:xfrm>
            <a:off x="152402" y="1524004"/>
            <a:ext cx="2106985" cy="2809311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30" name="Rectangle 7"/>
          <p:cNvSpPr>
            <a:spLocks noGrp="1"/>
          </p:cNvSpPr>
          <p:nvPr>
            <p:ph type="pic" sz="quarter" idx="31"/>
          </p:nvPr>
        </p:nvSpPr>
        <p:spPr>
          <a:xfrm>
            <a:off x="4546602" y="1524004"/>
            <a:ext cx="2106985" cy="2809311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7" name="Rectangle 7"/>
          <p:cNvSpPr>
            <a:spLocks noGrp="1"/>
          </p:cNvSpPr>
          <p:nvPr>
            <p:ph type="pic" sz="quarter" idx="30"/>
          </p:nvPr>
        </p:nvSpPr>
        <p:spPr>
          <a:xfrm>
            <a:off x="2349062" y="1524004"/>
            <a:ext cx="2106985" cy="2809311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29" name="Rectangle 7"/>
          <p:cNvSpPr>
            <a:spLocks noGrp="1"/>
          </p:cNvSpPr>
          <p:nvPr>
            <p:ph type="pic" sz="quarter" idx="32"/>
          </p:nvPr>
        </p:nvSpPr>
        <p:spPr>
          <a:xfrm>
            <a:off x="6740168" y="1524004"/>
            <a:ext cx="2106985" cy="2809311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24" name="Rectangle 7"/>
          <p:cNvSpPr>
            <a:spLocks noGrp="1"/>
          </p:cNvSpPr>
          <p:nvPr>
            <p:ph type="body" sz="quarter" idx="29" hasCustomPrompt="1"/>
          </p:nvPr>
        </p:nvSpPr>
        <p:spPr>
          <a:xfrm>
            <a:off x="152400" y="4495800"/>
            <a:ext cx="8763000" cy="1905000"/>
          </a:xfrm>
        </p:spPr>
        <p:txBody>
          <a:bodyPr anchor="t" anchorCtr="0"/>
          <a:lstStyle>
            <a:lvl1pPr marL="0" marR="0" indent="0" algn="l" eaLnBrk="1" latinLnBrk="0" hangingPunct="1">
              <a:buFontTx/>
              <a:buNone/>
              <a:defRPr kumimoji="0" sz="2400" baseline="0"/>
            </a:lvl1pPr>
            <a:extLst/>
          </a:lstStyle>
          <a:p>
            <a:pPr lvl="0"/>
            <a:r>
              <a:rPr kumimoji="0" lang="en-US" dirty="0"/>
              <a:t>Click to add caption</a:t>
            </a:r>
          </a:p>
        </p:txBody>
      </p:sp>
      <p:sp>
        <p:nvSpPr>
          <p:cNvPr id="8" name="Rectangle 7"/>
          <p:cNvSpPr>
            <a:spLocks noGrp="1"/>
          </p:cNvSpPr>
          <p:nvPr>
            <p:ph type="dt" sz="half" idx="33"/>
          </p:nvPr>
        </p:nvSpPr>
        <p:spPr/>
        <p:txBody>
          <a:bodyPr/>
          <a:lstStyle/>
          <a:p>
            <a:fld id="{F30C84A2-23CF-44F5-B813-5187ED5C7D1C}" type="datetimeFigureOut">
              <a:rPr kumimoji="0" lang="en-US" sz="1200" smtClean="0">
                <a:solidFill>
                  <a:schemeClr val="tx2"/>
                </a:solidFill>
              </a:rPr>
              <a:pPr/>
              <a:t>3/26/2026</a:t>
            </a:fld>
            <a:endParaRPr kumimoji="0" lang="en-US" dirty="0"/>
          </a:p>
        </p:txBody>
      </p:sp>
      <p:sp>
        <p:nvSpPr>
          <p:cNvPr id="9" name="Rectangle 8"/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en-US" sz="1200" smtClean="0">
                <a:solidFill>
                  <a:schemeClr val="tx2"/>
                </a:solidFill>
              </a:rPr>
              <a:pPr algn="r"/>
              <a:t>‹#›</a:t>
            </a:fld>
            <a:endParaRPr kumimoji="0" lang="en-US" dirty="0"/>
          </a:p>
        </p:txBody>
      </p:sp>
      <p:sp>
        <p:nvSpPr>
          <p:cNvPr id="10" name="Rectangle 9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3722156049"/>
      </p:ext>
    </p:extLst>
  </p:cSld>
  <p:clrMapOvr>
    <a:masterClrMapping/>
  </p:clrMapOvr>
  <p:transition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4-Up: 1 Portrait with  3 Landscap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7"/>
          <p:cNvSpPr>
            <a:spLocks noGrp="1"/>
          </p:cNvSpPr>
          <p:nvPr>
            <p:ph type="pic" sz="quarter" idx="14"/>
          </p:nvPr>
        </p:nvSpPr>
        <p:spPr>
          <a:xfrm>
            <a:off x="685800" y="257665"/>
            <a:ext cx="4617720" cy="6172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4" name="Rectangle 7"/>
          <p:cNvSpPr>
            <a:spLocks noGrp="1" noChangeAspect="1"/>
          </p:cNvSpPr>
          <p:nvPr>
            <p:ph type="pic" sz="quarter" idx="18"/>
          </p:nvPr>
        </p:nvSpPr>
        <p:spPr>
          <a:xfrm>
            <a:off x="5788849" y="257665"/>
            <a:ext cx="2438402" cy="1828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6" name="Rectangle 7"/>
          <p:cNvSpPr>
            <a:spLocks noGrp="1" noChangeAspect="1"/>
          </p:cNvSpPr>
          <p:nvPr>
            <p:ph type="pic" sz="quarter" idx="22"/>
          </p:nvPr>
        </p:nvSpPr>
        <p:spPr>
          <a:xfrm>
            <a:off x="5788849" y="2432657"/>
            <a:ext cx="2438402" cy="1828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14" name="Rectangle 7"/>
          <p:cNvSpPr>
            <a:spLocks noGrp="1" noChangeAspect="1"/>
          </p:cNvSpPr>
          <p:nvPr>
            <p:ph type="pic" sz="quarter" idx="23"/>
          </p:nvPr>
        </p:nvSpPr>
        <p:spPr>
          <a:xfrm>
            <a:off x="5788849" y="4607649"/>
            <a:ext cx="2438402" cy="1828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7" name="Rectangle 6"/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F30C84A2-23CF-44F5-B813-5187ED5C7D1C}" type="datetimeFigureOut">
              <a:rPr kumimoji="0" lang="en-US" sz="1200" smtClean="0">
                <a:solidFill>
                  <a:schemeClr val="tx2"/>
                </a:solidFill>
              </a:rPr>
              <a:pPr/>
              <a:t>3/26/2026</a:t>
            </a:fld>
            <a:endParaRPr kumimoji="0" lang="en-US" dirty="0"/>
          </a:p>
        </p:txBody>
      </p:sp>
      <p:sp>
        <p:nvSpPr>
          <p:cNvPr id="8" name="Rectangle 7"/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en-US" sz="1200" smtClean="0">
                <a:solidFill>
                  <a:schemeClr val="tx2"/>
                </a:solidFill>
              </a:rPr>
              <a:pPr algn="r"/>
              <a:t>‹#›</a:t>
            </a:fld>
            <a:endParaRPr kumimoji="0" lang="en-US" dirty="0"/>
          </a:p>
        </p:txBody>
      </p:sp>
      <p:sp>
        <p:nvSpPr>
          <p:cNvPr id="9" name="Rectangle 8"/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1814791300"/>
      </p:ext>
    </p:extLst>
  </p:cSld>
  <p:clrMapOvr>
    <a:masterClrMapping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5-up: 3 Landscape with 2 Portra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7"/>
          <p:cNvSpPr>
            <a:spLocks noGrp="1"/>
          </p:cNvSpPr>
          <p:nvPr>
            <p:ph type="pic" sz="quarter" idx="14"/>
          </p:nvPr>
        </p:nvSpPr>
        <p:spPr>
          <a:xfrm>
            <a:off x="609600" y="3429000"/>
            <a:ext cx="2070154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27" name="Rectangle 7"/>
          <p:cNvSpPr>
            <a:spLocks noGrp="1"/>
          </p:cNvSpPr>
          <p:nvPr>
            <p:ph type="pic" sz="quarter" idx="17"/>
          </p:nvPr>
        </p:nvSpPr>
        <p:spPr>
          <a:xfrm>
            <a:off x="3033848" y="228600"/>
            <a:ext cx="5562600" cy="417195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31" name="Rectangle 7"/>
          <p:cNvSpPr>
            <a:spLocks noGrp="1"/>
          </p:cNvSpPr>
          <p:nvPr>
            <p:ph type="pic" sz="quarter" idx="26"/>
          </p:nvPr>
        </p:nvSpPr>
        <p:spPr>
          <a:xfrm>
            <a:off x="609600" y="228600"/>
            <a:ext cx="2070154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26" name="Rectangle 7"/>
          <p:cNvSpPr>
            <a:spLocks noGrp="1" noChangeAspect="1"/>
          </p:cNvSpPr>
          <p:nvPr>
            <p:ph type="pic" sz="quarter" idx="27"/>
          </p:nvPr>
        </p:nvSpPr>
        <p:spPr>
          <a:xfrm>
            <a:off x="5943602" y="4495800"/>
            <a:ext cx="2666999" cy="187452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23" name="Rectangle 7"/>
          <p:cNvSpPr>
            <a:spLocks noGrp="1" noChangeAspect="1"/>
          </p:cNvSpPr>
          <p:nvPr>
            <p:ph type="pic" sz="quarter" idx="28"/>
          </p:nvPr>
        </p:nvSpPr>
        <p:spPr>
          <a:xfrm>
            <a:off x="3033849" y="4495800"/>
            <a:ext cx="2757352" cy="187452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7" name="Rectangle 6"/>
          <p:cNvSpPr>
            <a:spLocks noGrp="1"/>
          </p:cNvSpPr>
          <p:nvPr>
            <p:ph type="dt" sz="half" idx="29"/>
          </p:nvPr>
        </p:nvSpPr>
        <p:spPr/>
        <p:txBody>
          <a:bodyPr/>
          <a:lstStyle/>
          <a:p>
            <a:fld id="{F30C84A2-23CF-44F5-B813-5187ED5C7D1C}" type="datetimeFigureOut">
              <a:rPr kumimoji="0" lang="en-US" sz="1200" smtClean="0">
                <a:solidFill>
                  <a:schemeClr val="tx2"/>
                </a:solidFill>
              </a:rPr>
              <a:pPr/>
              <a:t>3/26/2026</a:t>
            </a:fld>
            <a:endParaRPr kumimoji="0" lang="en-US" dirty="0"/>
          </a:p>
        </p:txBody>
      </p:sp>
      <p:sp>
        <p:nvSpPr>
          <p:cNvPr id="8" name="Rectangle 7"/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en-US" sz="1200" smtClean="0">
                <a:solidFill>
                  <a:schemeClr val="tx2"/>
                </a:solidFill>
              </a:rPr>
              <a:pPr algn="r"/>
              <a:t>‹#›</a:t>
            </a:fld>
            <a:endParaRPr kumimoji="0" lang="en-US" dirty="0"/>
          </a:p>
        </p:txBody>
      </p:sp>
      <p:sp>
        <p:nvSpPr>
          <p:cNvPr id="10" name="Rectangle 9"/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3881272784"/>
      </p:ext>
    </p:extLst>
  </p:cSld>
  <p:clrMapOvr>
    <a:masterClrMapping/>
  </p:clrMapOvr>
  <p:transition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5-Up: 3 Portrait with 2 Landscap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7"/>
          <p:cNvSpPr>
            <a:spLocks noGrp="1"/>
          </p:cNvSpPr>
          <p:nvPr>
            <p:ph type="pic" sz="quarter" idx="26"/>
          </p:nvPr>
        </p:nvSpPr>
        <p:spPr>
          <a:xfrm>
            <a:off x="512134" y="3124200"/>
            <a:ext cx="2606040" cy="32766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23" name="Rectangle 7"/>
          <p:cNvSpPr>
            <a:spLocks noGrp="1"/>
          </p:cNvSpPr>
          <p:nvPr>
            <p:ph type="pic" sz="quarter" idx="29"/>
          </p:nvPr>
        </p:nvSpPr>
        <p:spPr>
          <a:xfrm>
            <a:off x="512134" y="228600"/>
            <a:ext cx="39624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30" name="Rectangle 7"/>
          <p:cNvSpPr>
            <a:spLocks noGrp="1"/>
          </p:cNvSpPr>
          <p:nvPr>
            <p:ph type="pic" sz="quarter" idx="30"/>
          </p:nvPr>
        </p:nvSpPr>
        <p:spPr>
          <a:xfrm>
            <a:off x="4718374" y="228600"/>
            <a:ext cx="39624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22" name="Rectangle 7"/>
          <p:cNvSpPr>
            <a:spLocks noGrp="1"/>
          </p:cNvSpPr>
          <p:nvPr>
            <p:ph type="pic" sz="quarter" idx="27"/>
          </p:nvPr>
        </p:nvSpPr>
        <p:spPr>
          <a:xfrm>
            <a:off x="3293434" y="3124200"/>
            <a:ext cx="2606040" cy="32766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31" name="Rectangle 7"/>
          <p:cNvSpPr>
            <a:spLocks noGrp="1"/>
          </p:cNvSpPr>
          <p:nvPr>
            <p:ph type="pic" sz="quarter" idx="28"/>
          </p:nvPr>
        </p:nvSpPr>
        <p:spPr>
          <a:xfrm>
            <a:off x="6074734" y="3124200"/>
            <a:ext cx="2606040" cy="32766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7" name="Rectangle 6"/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fld id="{F30C84A2-23CF-44F5-B813-5187ED5C7D1C}" type="datetimeFigureOut">
              <a:rPr kumimoji="0" lang="en-US" sz="1200" smtClean="0">
                <a:solidFill>
                  <a:schemeClr val="tx2"/>
                </a:solidFill>
              </a:rPr>
              <a:pPr/>
              <a:t>3/26/2026</a:t>
            </a:fld>
            <a:endParaRPr kumimoji="0" lang="en-US" dirty="0"/>
          </a:p>
        </p:txBody>
      </p:sp>
      <p:sp>
        <p:nvSpPr>
          <p:cNvPr id="8" name="Rectangle 7"/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en-US" sz="1200" smtClean="0">
                <a:solidFill>
                  <a:schemeClr val="tx2"/>
                </a:solidFill>
              </a:rPr>
              <a:pPr algn="r"/>
              <a:t>‹#›</a:t>
            </a:fld>
            <a:endParaRPr kumimoji="0" lang="en-US" dirty="0"/>
          </a:p>
        </p:txBody>
      </p:sp>
      <p:sp>
        <p:nvSpPr>
          <p:cNvPr id="9" name="Rectangle 8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3355783754"/>
      </p:ext>
    </p:extLst>
  </p:cSld>
  <p:clrMapOvr>
    <a:masterClrMapping/>
  </p:clrMapOvr>
  <p:transition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qua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W¥ل云玗İαЂôÁûÂÚ丫:Pïçtúrê Plå¢éhõlðér 表¥鷗字㌍ 表_W 3"/>
          <p:cNvSpPr>
            <a:spLocks noGrp="1" noChangeAspect="1"/>
          </p:cNvSpPr>
          <p:nvPr>
            <p:ph type="pic" sz="quarter" idx="10"/>
          </p:nvPr>
        </p:nvSpPr>
        <p:spPr>
          <a:xfrm>
            <a:off x="3050275" y="1600200"/>
            <a:ext cx="3198127" cy="32004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7" name="W¥ل云玗İαЂÕØÚáÛ丫:Téxt Plàçèhòlðêr 表¥鷗字㌍_W 6"/>
          <p:cNvSpPr>
            <a:spLocks noGrp="1"/>
          </p:cNvSpPr>
          <p:nvPr>
            <p:ph type="body" sz="quarter" idx="15" hasCustomPrompt="1"/>
          </p:nvPr>
        </p:nvSpPr>
        <p:spPr>
          <a:xfrm>
            <a:off x="3048000" y="4876800"/>
            <a:ext cx="3200400" cy="1295400"/>
          </a:xfrm>
        </p:spPr>
        <p:txBody>
          <a:bodyPr tIns="91440" rIns="9144" bIns="91440" anchor="t"/>
          <a:lstStyle>
            <a:lvl1pPr marL="0" marR="0" indent="0" algn="l" eaLnBrk="1" latinLnBrk="0" hangingPunct="1">
              <a:buFontTx/>
              <a:buNone/>
              <a:defRPr kumimoji="0" sz="1800" i="0"/>
            </a:lvl1pPr>
            <a:extLst/>
          </a:lstStyle>
          <a:p>
            <a:pPr lvl="0"/>
            <a:r>
              <a:rPr kumimoji="0" lang="en-US" dirty="0"/>
              <a:t>Click to add caption</a:t>
            </a:r>
          </a:p>
        </p:txBody>
      </p:sp>
      <p:sp>
        <p:nvSpPr>
          <p:cNvPr id="5" name="Rectangle 4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F30C84A2-23CF-44F5-B813-5187ED5C7D1C}" type="datetimeFigureOut">
              <a:rPr kumimoji="0" lang="en-US" sz="1200" smtClean="0">
                <a:solidFill>
                  <a:schemeClr val="tx2"/>
                </a:solidFill>
              </a:rPr>
              <a:pPr/>
              <a:t>3/26/2026</a:t>
            </a:fld>
            <a:endParaRPr kumimoji="0" lang="en-US" dirty="0"/>
          </a:p>
        </p:txBody>
      </p:sp>
      <p:sp>
        <p:nvSpPr>
          <p:cNvPr id="6" name="Rectangle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en-US" sz="1200" smtClean="0">
                <a:solidFill>
                  <a:schemeClr val="tx2"/>
                </a:solidFill>
              </a:rPr>
              <a:pPr algn="r"/>
              <a:t>‹#›</a:t>
            </a:fld>
            <a:endParaRPr kumimoji="0" lang="en-US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2800612872"/>
      </p:ext>
    </p:extLst>
  </p:cSld>
  <p:clrMapOvr>
    <a:masterClrMapping/>
  </p:clrMapOvr>
  <p:transition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-Up Squa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W¥ل云玗İαЂôÁûÂÚ丫:Pïçtúrê Plå¢éhõlðér 表¥鷗字㌍ 表_W 3"/>
          <p:cNvSpPr>
            <a:spLocks noGrp="1" noChangeAspect="1"/>
          </p:cNvSpPr>
          <p:nvPr>
            <p:ph type="pic" sz="quarter" idx="10"/>
          </p:nvPr>
        </p:nvSpPr>
        <p:spPr>
          <a:xfrm>
            <a:off x="4955275" y="1371600"/>
            <a:ext cx="3198127" cy="32004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6" name="W¥ل云玗İαЂôÁûÂÚ丫:Pïçtúrê Plå¢éhõlðér 表¥鷗字㌍ 表_W 5"/>
          <p:cNvSpPr>
            <a:spLocks noGrp="1" noChangeAspect="1"/>
          </p:cNvSpPr>
          <p:nvPr>
            <p:ph type="pic" sz="quarter" idx="14"/>
          </p:nvPr>
        </p:nvSpPr>
        <p:spPr>
          <a:xfrm>
            <a:off x="1143002" y="1371600"/>
            <a:ext cx="3198127" cy="32004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7" name="W¥ل云玗İαЂÕØÚáÛ丫:Téxt Plàçèhòlðêr 表¥鷗字㌍_W 6"/>
          <p:cNvSpPr>
            <a:spLocks noGrp="1"/>
          </p:cNvSpPr>
          <p:nvPr>
            <p:ph type="body" sz="quarter" idx="15" hasCustomPrompt="1"/>
          </p:nvPr>
        </p:nvSpPr>
        <p:spPr>
          <a:xfrm>
            <a:off x="4953000" y="4648200"/>
            <a:ext cx="3200400" cy="1295400"/>
          </a:xfrm>
        </p:spPr>
        <p:txBody>
          <a:bodyPr tIns="91440" rIns="9144" bIns="91440" anchor="t"/>
          <a:lstStyle>
            <a:lvl1pPr marL="0" marR="0" indent="0" algn="l" eaLnBrk="1" latinLnBrk="0" hangingPunct="1">
              <a:buFontTx/>
              <a:buNone/>
              <a:defRPr kumimoji="0" sz="1800" i="0"/>
            </a:lvl1pPr>
            <a:extLst/>
          </a:lstStyle>
          <a:p>
            <a:pPr lvl="0"/>
            <a:r>
              <a:rPr kumimoji="0" lang="en-US" dirty="0"/>
              <a:t>Click to add caption</a:t>
            </a:r>
          </a:p>
        </p:txBody>
      </p:sp>
      <p:sp>
        <p:nvSpPr>
          <p:cNvPr id="8" name="W¥ل云玗İαЂÕØÚáÛ丫:Téxt Plàçèhòlðêr 表¥鷗字㌍_W 7"/>
          <p:cNvSpPr>
            <a:spLocks noGrp="1"/>
          </p:cNvSpPr>
          <p:nvPr>
            <p:ph type="body" sz="quarter" idx="16" hasCustomPrompt="1"/>
          </p:nvPr>
        </p:nvSpPr>
        <p:spPr>
          <a:xfrm>
            <a:off x="1143000" y="4648200"/>
            <a:ext cx="3200400" cy="1295400"/>
          </a:xfrm>
        </p:spPr>
        <p:txBody>
          <a:bodyPr tIns="91440" rIns="9144" bIns="91440" anchor="t"/>
          <a:lstStyle>
            <a:lvl1pPr marL="0" marR="0" indent="0" algn="l" eaLnBrk="1" latinLnBrk="0" hangingPunct="1">
              <a:buFontTx/>
              <a:buNone/>
              <a:defRPr kumimoji="0" sz="1800" i="0"/>
            </a:lvl1pPr>
            <a:extLst/>
          </a:lstStyle>
          <a:p>
            <a:pPr lvl="0"/>
            <a:r>
              <a:rPr kumimoji="0" lang="en-US" dirty="0"/>
              <a:t>Click to add caption</a:t>
            </a:r>
          </a:p>
        </p:txBody>
      </p:sp>
      <p:sp>
        <p:nvSpPr>
          <p:cNvPr id="9" name="Rectangle 8"/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fld id="{F30C84A2-23CF-44F5-B813-5187ED5C7D1C}" type="datetimeFigureOut">
              <a:rPr kumimoji="0" lang="en-US" sz="1200" smtClean="0">
                <a:solidFill>
                  <a:schemeClr val="tx2"/>
                </a:solidFill>
              </a:rPr>
              <a:pPr/>
              <a:t>3/26/2026</a:t>
            </a:fld>
            <a:endParaRPr kumimoji="0" lang="en-US" dirty="0"/>
          </a:p>
        </p:txBody>
      </p:sp>
      <p:sp>
        <p:nvSpPr>
          <p:cNvPr id="10" name="Rectangle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en-US" sz="1200" smtClean="0">
                <a:solidFill>
                  <a:schemeClr val="tx2"/>
                </a:solidFill>
              </a:rPr>
              <a:pPr algn="r"/>
              <a:t>‹#›</a:t>
            </a:fld>
            <a:endParaRPr kumimoji="0" lang="en-US" dirty="0"/>
          </a:p>
        </p:txBody>
      </p:sp>
      <p:sp>
        <p:nvSpPr>
          <p:cNvPr id="11" name="Rectangle 10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1473317538"/>
      </p:ext>
    </p:extLst>
  </p:cSld>
  <p:clrMapOvr>
    <a:masterClrMapping/>
  </p:clrMapOvr>
  <p:transition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W¥ل云玗İαЂôÁûÂÚ丫:Pïçtúrê Plå¢éhõlðér 表¥鷗字㌍ 表_W 2"/>
          <p:cNvSpPr>
            <a:spLocks noGrp="1"/>
          </p:cNvSpPr>
          <p:nvPr>
            <p:ph type="pic" sz="quarter" idx="30"/>
          </p:nvPr>
        </p:nvSpPr>
        <p:spPr>
          <a:xfrm>
            <a:off x="457200" y="2057400"/>
            <a:ext cx="82296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0" algn="ctr" rtl="0" eaLnBrk="1" latinLnBrk="0" hangingPunct="1">
              <a:spcBef>
                <a:spcPct val="20000"/>
              </a:spcBef>
              <a:buFontTx/>
              <a:buNone/>
              <a:defRPr kumimoji="0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rtl="0" eaLnBrk="1" latinLnBrk="0" hangingPunct="1"/>
            <a:r>
              <a:rPr lang="zh-TW" altLang="en-US"/>
              <a:t>將圖片拖曳至版面配置區或按一下圖示以新增</a:t>
            </a:r>
            <a:endParaRPr/>
          </a:p>
        </p:txBody>
      </p:sp>
      <p:sp>
        <p:nvSpPr>
          <p:cNvPr id="4" name="W¥ل云玗İαЂÕØÚáÛ丫:Téxt Plàçèhòlðêr 表¥鷗字㌍_W 3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4876800"/>
            <a:ext cx="8229600" cy="1447800"/>
          </a:xfrm>
        </p:spPr>
        <p:txBody>
          <a:bodyPr tIns="91440" rIns="9144" bIns="91440" anchor="t"/>
          <a:lstStyle>
            <a:lvl1pPr marL="0" marR="0" indent="0" algn="l" eaLnBrk="1" latinLnBrk="0" hangingPunct="1">
              <a:buFontTx/>
              <a:buNone/>
              <a:defRPr kumimoji="0" sz="1800" i="0"/>
            </a:lvl1pPr>
            <a:extLst/>
          </a:lstStyle>
          <a:p>
            <a:pPr lvl="0"/>
            <a:r>
              <a:rPr kumimoji="0" lang="en-US" dirty="0"/>
              <a:t>Click to add caption</a:t>
            </a:r>
          </a:p>
        </p:txBody>
      </p:sp>
      <p:sp>
        <p:nvSpPr>
          <p:cNvPr id="5" name="Rectangle 4"/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fld id="{F30C84A2-23CF-44F5-B813-5187ED5C7D1C}" type="datetimeFigureOut">
              <a:rPr kumimoji="0" lang="en-US" sz="1200" smtClean="0">
                <a:solidFill>
                  <a:schemeClr val="tx2"/>
                </a:solidFill>
              </a:rPr>
              <a:pPr/>
              <a:t>3/26/2026</a:t>
            </a:fld>
            <a:endParaRPr kumimoji="0" lang="en-US" dirty="0"/>
          </a:p>
        </p:txBody>
      </p:sp>
      <p:sp>
        <p:nvSpPr>
          <p:cNvPr id="6" name="Rectangle 5"/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en-US" sz="1200" smtClean="0">
                <a:solidFill>
                  <a:schemeClr val="tx2"/>
                </a:solidFill>
              </a:rPr>
              <a:pPr algn="r"/>
              <a:t>‹#›</a:t>
            </a:fld>
            <a:endParaRPr kumimoji="0" lang="en-US" dirty="0"/>
          </a:p>
        </p:txBody>
      </p:sp>
      <p:sp>
        <p:nvSpPr>
          <p:cNvPr id="7" name="Rectangle 6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1245547852"/>
      </p:ext>
    </p:extLst>
  </p:cSld>
  <p:clrMapOvr>
    <a:masterClrMapping/>
  </p:clrMapOvr>
  <p:transition>
    <p:fade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3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eaLnBrk="1" latinLnBrk="0" hangingPunct="1"/>
            <a:r>
              <a:rPr lang="zh-TW" altLang="en-US"/>
              <a:t>按一下以編輯母片標題樣式</a:t>
            </a:r>
            <a:endParaRPr/>
          </a:p>
        </p:txBody>
      </p:sp>
      <p:sp>
        <p:nvSpPr>
          <p:cNvPr id="14" name="Rectangle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zh-TW" altLang="en-US"/>
              <a:t>按一下以編輯母片文字樣式</a:t>
            </a:r>
          </a:p>
          <a:p>
            <a:pPr lvl="1" eaLnBrk="1" latinLnBrk="0" hangingPunct="1"/>
            <a:r>
              <a:rPr lang="zh-TW" altLang="en-US"/>
              <a:t>第二層</a:t>
            </a:r>
          </a:p>
          <a:p>
            <a:pPr lvl="2" eaLnBrk="1" latinLnBrk="0" hangingPunct="1"/>
            <a:r>
              <a:rPr lang="zh-TW" altLang="en-US"/>
              <a:t>第三層</a:t>
            </a:r>
          </a:p>
          <a:p>
            <a:pPr lvl="3" eaLnBrk="1" latinLnBrk="0" hangingPunct="1"/>
            <a:r>
              <a:rPr lang="zh-TW" altLang="en-US"/>
              <a:t>第四層</a:t>
            </a:r>
          </a:p>
          <a:p>
            <a:pPr lvl="4" eaLnBrk="1" latinLnBrk="0" hangingPunct="1"/>
            <a:r>
              <a:rPr lang="zh-TW" altLang="en-US"/>
              <a:t>第五層</a:t>
            </a:r>
            <a:endParaRPr/>
          </a:p>
        </p:txBody>
      </p:sp>
      <p:sp>
        <p:nvSpPr>
          <p:cNvPr id="2" name="Rectangle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B2EC6F-6501-4E04-BD6C-A8A6CABB2C5B}" type="datetimeFigureOut">
              <a:rPr kumimoji="0" lang="en-US" smtClean="0"/>
              <a:pPr/>
              <a:t>3/26/2026</a:t>
            </a:fld>
            <a:endParaRPr kumimoji="0" lang="en-US" dirty="0"/>
          </a:p>
        </p:txBody>
      </p:sp>
      <p:sp>
        <p:nvSpPr>
          <p:cNvPr id="27" name="Rectangle 19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 dirty="0"/>
          </a:p>
        </p:txBody>
      </p:sp>
      <p:sp>
        <p:nvSpPr>
          <p:cNvPr id="24" name="Rectangle 2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B0023-0CED-47F7-85AE-654F0B232C29}" type="slidenum">
              <a:rPr kumimoji="0" lang="en-US" smtClean="0"/>
              <a:pPr/>
              <a:t>‹#›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295602114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252117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3" Type="http://schemas.openxmlformats.org/officeDocument/2006/relationships/slideLayout" Target="../slideLayouts/slideLayout14.xml"/><Relationship Id="rId21" Type="http://schemas.openxmlformats.org/officeDocument/2006/relationships/slideLayout" Target="../slideLayouts/slideLayout32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0" Type="http://schemas.openxmlformats.org/officeDocument/2006/relationships/slideLayout" Target="../slideLayouts/slideLayout31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23" Type="http://schemas.openxmlformats.org/officeDocument/2006/relationships/theme" Target="../theme/theme2.xml"/><Relationship Id="rId10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30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Relationship Id="rId22" Type="http://schemas.openxmlformats.org/officeDocument/2006/relationships/slideLayout" Target="../slideLayouts/slideLayout3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A45890A4-F4EB-46CD-3C1F-6CD33D1C54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8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C6D48A3B-9170-D087-5140-85FCB2871B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E19AA15-C81B-7795-2EC8-035EF342AB4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3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29796B-F55F-40BA-947E-19D03180300F}" type="datetimeFigureOut">
              <a:rPr lang="zh-TW" altLang="en-US" smtClean="0"/>
              <a:t>2026/3/26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6D723AE-7934-015B-761D-5008350D86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3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D26B5AF-7297-1BDF-F072-FE240C06B6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3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0DF32EF-DDCB-4FE9-B31D-868708C7146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331211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flip="none" rotWithShape="1">
          <a:gsLst>
            <a:gs pos="0">
              <a:schemeClr val="bg1">
                <a:lumMod val="75000"/>
                <a:lumOff val="25000"/>
              </a:schemeClr>
            </a:gs>
            <a:gs pos="100000">
              <a:srgbClr val="00000C"/>
            </a:gs>
          </a:gsLst>
          <a:lin ang="162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6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249362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eaLnBrk="1" latinLnBrk="0" hangingPunct="1"/>
            <a:r>
              <a:rPr kumimoji="0" lang="zh-TW" altLang="en-US"/>
              <a:t>按一下以編輯母片標題樣式</a:t>
            </a:r>
            <a:endParaRPr kumimoji="0" lang="en-US"/>
          </a:p>
        </p:txBody>
      </p:sp>
      <p:sp>
        <p:nvSpPr>
          <p:cNvPr id="13" name="Rectangle 5"/>
          <p:cNvSpPr>
            <a:spLocks noGrp="1"/>
          </p:cNvSpPr>
          <p:nvPr>
            <p:ph type="body" idx="1"/>
          </p:nvPr>
        </p:nvSpPr>
        <p:spPr>
          <a:xfrm>
            <a:off x="457200" y="1600204"/>
            <a:ext cx="8229600" cy="4525963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 eaLnBrk="1" latinLnBrk="0" hangingPunct="1"/>
            <a:r>
              <a:rPr kumimoji="0" lang="zh-TW" altLang="en-US"/>
              <a:t>按一下以編輯母片文字樣式</a:t>
            </a:r>
          </a:p>
          <a:p>
            <a:pPr lvl="1" eaLnBrk="1" latinLnBrk="0" hangingPunct="1"/>
            <a:r>
              <a:rPr kumimoji="0" lang="zh-TW" altLang="en-US"/>
              <a:t>第二層</a:t>
            </a:r>
          </a:p>
          <a:p>
            <a:pPr lvl="2" eaLnBrk="1" latinLnBrk="0" hangingPunct="1"/>
            <a:r>
              <a:rPr kumimoji="0" lang="zh-TW" altLang="en-US"/>
              <a:t>第三層</a:t>
            </a:r>
          </a:p>
          <a:p>
            <a:pPr lvl="3" eaLnBrk="1" latinLnBrk="0" hangingPunct="1"/>
            <a:r>
              <a:rPr kumimoji="0" lang="zh-TW" altLang="en-US"/>
              <a:t>第四層</a:t>
            </a:r>
          </a:p>
          <a:p>
            <a:pPr lvl="4" eaLnBrk="1" latinLnBrk="0" hangingPunct="1"/>
            <a:r>
              <a:rPr kumimoji="0" lang="zh-TW" altLang="en-US"/>
              <a:t>第五層</a:t>
            </a:r>
            <a:endParaRPr kumimoji="0" lang="en-US"/>
          </a:p>
        </p:txBody>
      </p:sp>
      <p:sp>
        <p:nvSpPr>
          <p:cNvPr id="29" name="Rectangle 3"/>
          <p:cNvSpPr>
            <a:spLocks noGrp="1"/>
          </p:cNvSpPr>
          <p:nvPr>
            <p:ph type="dt" sz="half" idx="2"/>
          </p:nvPr>
        </p:nvSpPr>
        <p:spPr>
          <a:xfrm>
            <a:off x="66675" y="6559364"/>
            <a:ext cx="2438400" cy="244475"/>
          </a:xfrm>
          <a:prstGeom prst="rect">
            <a:avLst/>
          </a:prstGeom>
        </p:spPr>
        <p:txBody>
          <a:bodyPr anchor="b"/>
          <a:lstStyle>
            <a:lvl1pPr eaLnBrk="1" latinLnBrk="0" hangingPunct="1">
              <a:defRPr kumimoji="0" sz="1200">
                <a:solidFill>
                  <a:schemeClr val="tx2"/>
                </a:solidFill>
              </a:defRPr>
            </a:lvl1pPr>
            <a:extLst/>
          </a:lstStyle>
          <a:p>
            <a:fld id="{F30C84A2-23CF-44F5-B813-5187ED5C7D1C}" type="datetimeFigureOut">
              <a:rPr kumimoji="0" lang="en-US" sz="1200" smtClean="0">
                <a:solidFill>
                  <a:schemeClr val="tx2"/>
                </a:solidFill>
              </a:rPr>
              <a:pPr/>
              <a:t>3/26/2026</a:t>
            </a:fld>
            <a:endParaRPr kumimoji="0" lang="en-US" sz="1200" dirty="0">
              <a:solidFill>
                <a:schemeClr val="tx2"/>
              </a:solidFill>
            </a:endParaRPr>
          </a:p>
        </p:txBody>
      </p:sp>
      <p:sp>
        <p:nvSpPr>
          <p:cNvPr id="20" name="Rectangle 25"/>
          <p:cNvSpPr>
            <a:spLocks noGrp="1"/>
          </p:cNvSpPr>
          <p:nvPr>
            <p:ph type="ftr" sz="quarter" idx="3"/>
          </p:nvPr>
        </p:nvSpPr>
        <p:spPr>
          <a:xfrm>
            <a:off x="2995653" y="6558153"/>
            <a:ext cx="4648200" cy="246888"/>
          </a:xfrm>
          <a:prstGeom prst="rect">
            <a:avLst/>
          </a:prstGeom>
        </p:spPr>
        <p:txBody>
          <a:bodyPr anchor="b"/>
          <a:lstStyle>
            <a:lvl1pPr algn="ctr" eaLnBrk="1" latinLnBrk="0" hangingPunct="1">
              <a:defRPr kumimoji="0" sz="1200">
                <a:solidFill>
                  <a:schemeClr val="tx2"/>
                </a:solidFill>
              </a:defRPr>
            </a:lvl1pPr>
            <a:extLst/>
          </a:lstStyle>
          <a:p>
            <a:pPr algn="ctr"/>
            <a:endParaRPr kumimoji="0" lang="en-US" sz="1200" dirty="0">
              <a:solidFill>
                <a:schemeClr val="tx2"/>
              </a:solidFill>
            </a:endParaRPr>
          </a:p>
        </p:txBody>
      </p:sp>
      <p:sp>
        <p:nvSpPr>
          <p:cNvPr id="23" name="Rectangle 16"/>
          <p:cNvSpPr>
            <a:spLocks noGrp="1"/>
          </p:cNvSpPr>
          <p:nvPr>
            <p:ph type="sldNum" sz="quarter" idx="4"/>
          </p:nvPr>
        </p:nvSpPr>
        <p:spPr>
          <a:xfrm>
            <a:off x="8172450" y="6559364"/>
            <a:ext cx="914400" cy="244475"/>
          </a:xfrm>
          <a:prstGeom prst="rect">
            <a:avLst/>
          </a:prstGeom>
        </p:spPr>
        <p:txBody>
          <a:bodyPr/>
          <a:lstStyle>
            <a:lvl1pPr algn="r" eaLnBrk="1" latinLnBrk="0" hangingPunct="1">
              <a:defRPr kumimoji="0" sz="1200">
                <a:solidFill>
                  <a:schemeClr val="tx2"/>
                </a:solidFill>
              </a:defRPr>
            </a:lvl1pPr>
            <a:extLst/>
          </a:lstStyle>
          <a:p>
            <a:pPr algn="r"/>
            <a:fld id="{F99EC173-99AE-4773-AB25-02E469A13EAE}" type="slidenum">
              <a:rPr kumimoji="0" lang="en-US" sz="1200" smtClean="0">
                <a:solidFill>
                  <a:schemeClr val="tx2"/>
                </a:solidFill>
              </a:rPr>
              <a:pPr algn="r"/>
              <a:t>‹#›</a:t>
            </a:fld>
            <a:endParaRPr kumimoji="0" lang="en-US" sz="12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792946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</p:sldLayoutIdLst>
  <p:transition>
    <p:fade/>
  </p:transition>
  <p:txStyles>
    <p:titleStyle>
      <a:lvl1pPr algn="l" rtl="0" eaLnBrk="1" latinLnBrk="0" hangingPunct="1">
        <a:spcBef>
          <a:spcPct val="0"/>
        </a:spcBef>
        <a:buNone/>
        <a:defRPr kumimoji="0" sz="3200" cap="all" baseline="0">
          <a:solidFill>
            <a:schemeClr val="tx2"/>
          </a:solidFill>
          <a:effectLst>
            <a:outerShdw blurRad="51000" dist="37000" dir="540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latinLnBrk="0" hangingPunct="1">
        <a:defRPr kumimoji="0">
          <a:solidFill>
            <a:schemeClr val="tx2"/>
          </a:solidFill>
        </a:defRPr>
      </a:lvl2pPr>
      <a:lvl3pPr eaLnBrk="1" latinLnBrk="0" hangingPunct="1">
        <a:defRPr kumimoji="0">
          <a:solidFill>
            <a:schemeClr val="tx2"/>
          </a:solidFill>
        </a:defRPr>
      </a:lvl3pPr>
      <a:lvl4pPr eaLnBrk="1" latinLnBrk="0" hangingPunct="1">
        <a:defRPr kumimoji="0">
          <a:solidFill>
            <a:schemeClr val="tx2"/>
          </a:solidFill>
        </a:defRPr>
      </a:lvl4pPr>
      <a:lvl5pPr eaLnBrk="1" latinLnBrk="0" hangingPunct="1">
        <a:defRPr kumimoji="0">
          <a:solidFill>
            <a:schemeClr val="tx2"/>
          </a:solidFill>
        </a:defRPr>
      </a:lvl5pPr>
      <a:lvl6pPr eaLnBrk="1" latinLnBrk="0" hangingPunct="1">
        <a:defRPr kumimoji="0">
          <a:solidFill>
            <a:schemeClr val="tx2"/>
          </a:solidFill>
        </a:defRPr>
      </a:lvl6pPr>
      <a:lvl7pPr eaLnBrk="1" latinLnBrk="0" hangingPunct="1">
        <a:defRPr kumimoji="0">
          <a:solidFill>
            <a:schemeClr val="tx2"/>
          </a:solidFill>
        </a:defRPr>
      </a:lvl7pPr>
      <a:lvl8pPr eaLnBrk="1" latinLnBrk="0" hangingPunct="1">
        <a:defRPr kumimoji="0">
          <a:solidFill>
            <a:schemeClr val="tx2"/>
          </a:solidFill>
        </a:defRPr>
      </a:lvl8pPr>
      <a:lvl9pPr eaLnBrk="1" latinLnBrk="0" hangingPunct="1">
        <a:defRPr kumimoji="0">
          <a:solidFill>
            <a:schemeClr val="tx2"/>
          </a:solidFill>
        </a:defRPr>
      </a:lvl9pPr>
      <a:extLst/>
    </p:titleStyle>
    <p:bodyStyle>
      <a:lvl1pPr marL="342891" indent="-342891" algn="l" rtl="0" eaLnBrk="1" latinLnBrk="0" hangingPunct="1">
        <a:spcBef>
          <a:spcPct val="20000"/>
        </a:spcBef>
        <a:buChar char="•"/>
        <a:defRPr kumimoji="0" sz="2400">
          <a:solidFill>
            <a:schemeClr val="tx1"/>
          </a:solidFill>
          <a:latin typeface="+mn-lt"/>
          <a:ea typeface="+mn-ea"/>
          <a:cs typeface="+mn-cs"/>
        </a:defRPr>
      </a:lvl1pPr>
      <a:lvl2pPr marL="742932" indent="-285744" algn="l" rtl="0" eaLnBrk="1" latinLnBrk="0" hangingPunct="1">
        <a:spcBef>
          <a:spcPct val="20000"/>
        </a:spcBef>
        <a:buChar char="–"/>
        <a:defRPr kumimoji="0" sz="24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rtl="0" eaLnBrk="1" latinLnBrk="0" hangingPunct="1">
        <a:spcBef>
          <a:spcPct val="20000"/>
        </a:spcBef>
        <a:buChar char="•"/>
        <a:defRPr kumimoji="0" sz="20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rtl="0" eaLnBrk="1" latinLnBrk="0" hangingPunct="1">
        <a:spcBef>
          <a:spcPct val="20000"/>
        </a:spcBef>
        <a:buChar char="–"/>
        <a:defRPr kumimoji="0" sz="18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rtl="0" eaLnBrk="1" latinLnBrk="0" hangingPunct="1">
        <a:spcBef>
          <a:spcPct val="20000"/>
        </a:spcBef>
        <a:buChar char="»"/>
        <a:defRPr kumimoji="0" sz="16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rtl="0" eaLnBrk="1" latinLnBrk="0" hangingPunct="1">
        <a:spcBef>
          <a:spcPct val="20000"/>
        </a:spcBef>
        <a:buChar char="•"/>
        <a:defRPr kumimoji="0" sz="20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rtl="0" eaLnBrk="1" latinLnBrk="0" hangingPunct="1">
        <a:spcBef>
          <a:spcPct val="20000"/>
        </a:spcBef>
        <a:buChar char="•"/>
        <a:defRPr kumimoji="0" sz="20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rtl="0" eaLnBrk="1" latinLnBrk="0" hangingPunct="1">
        <a:spcBef>
          <a:spcPct val="20000"/>
        </a:spcBef>
        <a:buChar char="•"/>
        <a:defRPr kumimoji="0" sz="20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rtl="0" eaLnBrk="1" latinLnBrk="0" hangingPunct="1">
        <a:spcBef>
          <a:spcPct val="20000"/>
        </a:spcBef>
        <a:buChar char="•"/>
        <a:defRPr kumimoji="0" sz="200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rtl="0" eaLnBrk="1" latinLnBrk="0" hangingPunct="1">
        <a:defRPr kumimoji="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rtl="0" eaLnBrk="1" latinLnBrk="0" hangingPunct="1">
        <a:defRPr kumimoji="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rtl="0" eaLnBrk="1" latinLnBrk="0" hangingPunct="1">
        <a:defRPr kumimoji="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rtl="0" eaLnBrk="1" latinLnBrk="0" hangingPunct="1">
        <a:defRPr kumimoji="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rtl="0" eaLnBrk="1" latinLnBrk="0" hangingPunct="1">
        <a:defRPr kumimoji="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rtl="0" eaLnBrk="1" latinLnBrk="0" hangingPunct="1">
        <a:defRPr kumimoji="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rtl="0" eaLnBrk="1" latinLnBrk="0" hangingPunct="1">
        <a:defRPr kumimoji="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rtl="0" eaLnBrk="1" latinLnBrk="0" hangingPunct="1">
        <a:defRPr kumimoji="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/>
          <p:cNvSpPr txBox="1"/>
          <p:nvPr/>
        </p:nvSpPr>
        <p:spPr>
          <a:xfrm>
            <a:off x="685800" y="2896001"/>
            <a:ext cx="77724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6000" b="1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Arial"/>
              </a:rPr>
              <a:t>05. </a:t>
            </a:r>
            <a:r>
              <a:rPr kumimoji="1" lang="zh-TW" altLang="en-US" sz="6000" b="1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Arial"/>
              </a:rPr>
              <a:t>基礎觀念及知識</a:t>
            </a:r>
            <a:endParaRPr kumimoji="1" lang="en-US" altLang="zh-TW" sz="6000" b="1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Arial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2D45C9D6-352D-804E-9494-A13395EEC5C6}"/>
              </a:ext>
            </a:extLst>
          </p:cNvPr>
          <p:cNvSpPr txBox="1"/>
          <p:nvPr/>
        </p:nvSpPr>
        <p:spPr>
          <a:xfrm>
            <a:off x="5638800" y="5486402"/>
            <a:ext cx="3733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400" b="1" dirty="0">
                <a:solidFill>
                  <a:prstClr val="whit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講師：胡嘉璽</a:t>
            </a:r>
            <a:endParaRPr lang="en-US" altLang="zh-TW" sz="2400" b="1" dirty="0">
              <a:solidFill>
                <a:prstClr val="white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sz="2400" b="1" dirty="0">
                <a:solidFill>
                  <a:prstClr val="whit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時間：</a:t>
            </a:r>
            <a:r>
              <a:rPr lang="en-US" altLang="zh-TW" sz="2400" b="1" dirty="0">
                <a:solidFill>
                  <a:prstClr val="whit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2026</a:t>
            </a:r>
            <a:r>
              <a:rPr lang="zh-TW" altLang="en-US" sz="2400" b="1" dirty="0">
                <a:solidFill>
                  <a:prstClr val="whit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年</a:t>
            </a:r>
            <a:r>
              <a:rPr lang="en-US" altLang="zh-TW" sz="2400" b="1">
                <a:solidFill>
                  <a:prstClr val="whit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3-4</a:t>
            </a:r>
            <a:r>
              <a:rPr lang="zh-TW" altLang="en-US" sz="2400" b="1">
                <a:solidFill>
                  <a:prstClr val="whit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月</a:t>
            </a:r>
            <a:endParaRPr lang="en-US" altLang="zh-TW" sz="2400" b="1" dirty="0">
              <a:solidFill>
                <a:prstClr val="white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sz="2400" b="1" dirty="0">
                <a:solidFill>
                  <a:prstClr val="whit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地點：明新科大資管系</a:t>
            </a:r>
          </a:p>
        </p:txBody>
      </p:sp>
    </p:spTree>
    <p:extLst>
      <p:ext uri="{BB962C8B-B14F-4D97-AF65-F5344CB8AC3E}">
        <p14:creationId xmlns:p14="http://schemas.microsoft.com/office/powerpoint/2010/main" val="2461702271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/>
          <p:cNvSpPr txBox="1"/>
          <p:nvPr/>
        </p:nvSpPr>
        <p:spPr>
          <a:xfrm>
            <a:off x="693420" y="1841244"/>
            <a:ext cx="807720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38" indent="-514338">
              <a:buFont typeface="+mj-lt"/>
              <a:buAutoNum type="arabicPeriod"/>
            </a:pP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先跑一次程式</a:t>
            </a:r>
            <a:endParaRPr kumimoji="1" lang="en-US" altLang="zh-TW" sz="3200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  <a:p>
            <a:pPr marL="514338" indent="-514338">
              <a:buFont typeface="+mj-lt"/>
              <a:buAutoNum type="arabicPeriod"/>
            </a:pP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LINE Bot</a:t>
            </a: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後台原理</a:t>
            </a:r>
          </a:p>
          <a:p>
            <a:pPr marL="514338" indent="-514338">
              <a:buFont typeface="+mj-lt"/>
              <a:buAutoNum type="arabicPeriod"/>
            </a:pPr>
            <a:r>
              <a:rPr kumimoji="1" lang="en-US" altLang="zh-TW" sz="3200" dirty="0" err="1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WebHook</a:t>
            </a: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原理</a:t>
            </a:r>
          </a:p>
          <a:p>
            <a:pPr marL="514338" indent="-514338">
              <a:buFont typeface="+mj-lt"/>
              <a:buAutoNum type="arabicPeriod"/>
            </a:pP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JSON</a:t>
            </a: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格式說明</a:t>
            </a:r>
          </a:p>
          <a:p>
            <a:pPr marL="514338" indent="-514338">
              <a:buFont typeface="+mj-lt"/>
              <a:buAutoNum type="arabicPeriod"/>
            </a:pP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Web</a:t>
            </a: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開發框架</a:t>
            </a: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Flask</a:t>
            </a:r>
          </a:p>
        </p:txBody>
      </p:sp>
      <p:sp>
        <p:nvSpPr>
          <p:cNvPr id="4" name="文字版面配置區 2"/>
          <p:cNvSpPr txBox="1">
            <a:spLocks/>
          </p:cNvSpPr>
          <p:nvPr/>
        </p:nvSpPr>
        <p:spPr>
          <a:xfrm>
            <a:off x="2637830" y="355134"/>
            <a:ext cx="3868339" cy="990600"/>
          </a:xfrm>
          <a:prstGeom prst="rect">
            <a:avLst/>
          </a:prstGeom>
        </p:spPr>
        <p:txBody>
          <a:bodyPr tIns="91440" bIns="91440" anchor="b" anchorCtr="0">
            <a:noAutofit/>
          </a:bodyPr>
          <a:lstStyle/>
          <a:p>
            <a:pPr algn="just">
              <a:spcBef>
                <a:spcPct val="20000"/>
              </a:spcBef>
              <a:defRPr/>
            </a:pPr>
            <a:r>
              <a:rPr kumimoji="1" lang="zh-TW" altLang="en-US" sz="4800" b="1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本課程內容</a:t>
            </a:r>
            <a:endParaRPr kumimoji="1" lang="en-US" altLang="zh-TW" sz="4800" b="1" dirty="0">
              <a:solidFill>
                <a:srgbClr val="00B0F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</p:txBody>
      </p:sp>
    </p:spTree>
    <p:extLst>
      <p:ext uri="{BB962C8B-B14F-4D97-AF65-F5344CB8AC3E}">
        <p14:creationId xmlns:p14="http://schemas.microsoft.com/office/powerpoint/2010/main" val="1869647548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/>
          <p:cNvSpPr txBox="1"/>
          <p:nvPr/>
        </p:nvSpPr>
        <p:spPr>
          <a:xfrm>
            <a:off x="783076" y="3013501"/>
            <a:ext cx="7772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4800" b="1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Arial"/>
              </a:rPr>
              <a:t>先跑一次程式</a:t>
            </a:r>
          </a:p>
        </p:txBody>
      </p:sp>
    </p:spTree>
    <p:extLst>
      <p:ext uri="{BB962C8B-B14F-4D97-AF65-F5344CB8AC3E}">
        <p14:creationId xmlns:p14="http://schemas.microsoft.com/office/powerpoint/2010/main" val="1549252600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/>
          <p:cNvSpPr txBox="1"/>
          <p:nvPr/>
        </p:nvSpPr>
        <p:spPr>
          <a:xfrm>
            <a:off x="634697" y="1774132"/>
            <a:ext cx="8077200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38" indent="-514338">
              <a:buFont typeface="Arial" panose="020B0604020202020204" pitchFamily="34" charset="0"/>
              <a:buChar char="•"/>
            </a:pP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使用</a:t>
            </a:r>
            <a:r>
              <a:rPr kumimoji="1" lang="en-US" altLang="zh-TW" sz="3200" dirty="0" err="1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vscode</a:t>
            </a: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開啟</a:t>
            </a:r>
            <a:r>
              <a:rPr kumimoji="1" lang="en-US" altLang="zh-TW" sz="3200" dirty="0" err="1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pyngrok.ipynb</a:t>
            </a: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和</a:t>
            </a: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0501_ReplyBot.ipynb</a:t>
            </a: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兩個程式</a:t>
            </a:r>
            <a:endParaRPr kumimoji="1" lang="en-US" altLang="zh-TW" sz="3200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  <a:p>
            <a:pPr marL="514338" indent="-514338">
              <a:buFont typeface="Arial" panose="020B0604020202020204" pitchFamily="34" charset="0"/>
              <a:buChar char="•"/>
            </a:pP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在</a:t>
            </a: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0500_pyngrok.ipynb</a:t>
            </a: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程式中取得</a:t>
            </a:r>
            <a:r>
              <a:rPr kumimoji="1" lang="en-US" altLang="zh-TW" sz="3200" dirty="0" err="1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ngrok</a:t>
            </a: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的網址</a:t>
            </a:r>
            <a:endParaRPr kumimoji="1" lang="en-US" altLang="zh-TW" sz="3200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</p:txBody>
      </p:sp>
      <p:sp>
        <p:nvSpPr>
          <p:cNvPr id="4" name="文字版面配置區 2"/>
          <p:cNvSpPr txBox="1">
            <a:spLocks/>
          </p:cNvSpPr>
          <p:nvPr/>
        </p:nvSpPr>
        <p:spPr>
          <a:xfrm>
            <a:off x="2570412" y="376399"/>
            <a:ext cx="4697835" cy="990600"/>
          </a:xfrm>
          <a:prstGeom prst="rect">
            <a:avLst/>
          </a:prstGeom>
        </p:spPr>
        <p:txBody>
          <a:bodyPr tIns="91440" bIns="91440" anchor="b" anchorCtr="0">
            <a:noAutofit/>
          </a:bodyPr>
          <a:lstStyle/>
          <a:p>
            <a:pPr algn="just">
              <a:spcBef>
                <a:spcPct val="20000"/>
              </a:spcBef>
              <a:defRPr/>
            </a:pPr>
            <a:r>
              <a:rPr lang="zh-TW" altLang="en-US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先跑一次程式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FD31348B-808A-5202-258D-B4436BE36C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372" y="4107711"/>
            <a:ext cx="7943850" cy="22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1279125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/>
          <p:cNvSpPr txBox="1"/>
          <p:nvPr/>
        </p:nvSpPr>
        <p:spPr>
          <a:xfrm>
            <a:off x="439479" y="1774132"/>
            <a:ext cx="84493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38" indent="-514338">
              <a:buFont typeface="Arial" panose="020B0604020202020204" pitchFamily="34" charset="0"/>
              <a:buChar char="•"/>
            </a:pP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在</a:t>
            </a: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LINE Developer Console</a:t>
            </a: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更新</a:t>
            </a: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webhook</a:t>
            </a:r>
          </a:p>
        </p:txBody>
      </p:sp>
      <p:sp>
        <p:nvSpPr>
          <p:cNvPr id="4" name="文字版面配置區 2"/>
          <p:cNvSpPr txBox="1">
            <a:spLocks/>
          </p:cNvSpPr>
          <p:nvPr/>
        </p:nvSpPr>
        <p:spPr>
          <a:xfrm>
            <a:off x="2570412" y="376399"/>
            <a:ext cx="4697835" cy="990600"/>
          </a:xfrm>
          <a:prstGeom prst="rect">
            <a:avLst/>
          </a:prstGeom>
        </p:spPr>
        <p:txBody>
          <a:bodyPr tIns="91440" bIns="91440" anchor="b" anchorCtr="0">
            <a:noAutofit/>
          </a:bodyPr>
          <a:lstStyle/>
          <a:p>
            <a:pPr algn="just">
              <a:spcBef>
                <a:spcPct val="20000"/>
              </a:spcBef>
              <a:defRPr/>
            </a:pPr>
            <a:r>
              <a:rPr lang="zh-TW" altLang="en-US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先跑一次程式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16B56263-BE8B-7D48-E975-FA8F901AD3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034266"/>
            <a:ext cx="7467600" cy="247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966471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/>
          <p:cNvSpPr txBox="1"/>
          <p:nvPr/>
        </p:nvSpPr>
        <p:spPr>
          <a:xfrm>
            <a:off x="439479" y="1774132"/>
            <a:ext cx="84493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38" indent="-514338">
              <a:buFont typeface="Arial" panose="020B0604020202020204" pitchFamily="34" charset="0"/>
              <a:buChar char="•"/>
            </a:pP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在</a:t>
            </a: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LINE Developer Console</a:t>
            </a: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更新</a:t>
            </a: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webhook</a:t>
            </a:r>
          </a:p>
        </p:txBody>
      </p:sp>
      <p:sp>
        <p:nvSpPr>
          <p:cNvPr id="4" name="文字版面配置區 2"/>
          <p:cNvSpPr txBox="1">
            <a:spLocks/>
          </p:cNvSpPr>
          <p:nvPr/>
        </p:nvSpPr>
        <p:spPr>
          <a:xfrm>
            <a:off x="2570412" y="376399"/>
            <a:ext cx="4697835" cy="990600"/>
          </a:xfrm>
          <a:prstGeom prst="rect">
            <a:avLst/>
          </a:prstGeom>
        </p:spPr>
        <p:txBody>
          <a:bodyPr tIns="91440" bIns="91440" anchor="b" anchorCtr="0">
            <a:noAutofit/>
          </a:bodyPr>
          <a:lstStyle/>
          <a:p>
            <a:pPr algn="just">
              <a:spcBef>
                <a:spcPct val="20000"/>
              </a:spcBef>
              <a:defRPr/>
            </a:pPr>
            <a:r>
              <a:rPr lang="zh-TW" altLang="en-US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先跑一次程式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0DB4104D-37D9-3AAE-EDAF-53AC4DA9AF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930" y="2714512"/>
            <a:ext cx="7627089" cy="3767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9324772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/>
          <p:cNvSpPr txBox="1"/>
          <p:nvPr/>
        </p:nvSpPr>
        <p:spPr>
          <a:xfrm>
            <a:off x="489097" y="1214976"/>
            <a:ext cx="84493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38" indent="-514338">
              <a:buFont typeface="Arial" panose="020B0604020202020204" pitchFamily="34" charset="0"/>
              <a:buChar char="•"/>
            </a:pP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執行</a:t>
            </a: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0501_Replybot.ipynb</a:t>
            </a:r>
          </a:p>
        </p:txBody>
      </p:sp>
      <p:sp>
        <p:nvSpPr>
          <p:cNvPr id="4" name="文字版面配置區 2"/>
          <p:cNvSpPr txBox="1">
            <a:spLocks/>
          </p:cNvSpPr>
          <p:nvPr/>
        </p:nvSpPr>
        <p:spPr>
          <a:xfrm>
            <a:off x="2811417" y="128502"/>
            <a:ext cx="4697835" cy="990600"/>
          </a:xfrm>
          <a:prstGeom prst="rect">
            <a:avLst/>
          </a:prstGeom>
        </p:spPr>
        <p:txBody>
          <a:bodyPr tIns="91440" bIns="91440" anchor="b" anchorCtr="0">
            <a:noAutofit/>
          </a:bodyPr>
          <a:lstStyle/>
          <a:p>
            <a:pPr algn="just">
              <a:spcBef>
                <a:spcPct val="20000"/>
              </a:spcBef>
              <a:defRPr/>
            </a:pPr>
            <a:r>
              <a:rPr lang="zh-TW" altLang="en-US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先跑一次程式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5820E793-6B68-F9D7-D2DB-7E54D833B5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883" y="2019850"/>
            <a:ext cx="7478233" cy="4465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4895467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/>
          <p:cNvSpPr txBox="1"/>
          <p:nvPr/>
        </p:nvSpPr>
        <p:spPr>
          <a:xfrm>
            <a:off x="489097" y="1214976"/>
            <a:ext cx="84493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38" indent="-514338">
              <a:buFont typeface="Arial" panose="020B0604020202020204" pitchFamily="34" charset="0"/>
              <a:buChar char="•"/>
            </a:pP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按下</a:t>
            </a: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Verify</a:t>
            </a: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，必須出現</a:t>
            </a: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Success</a:t>
            </a:r>
          </a:p>
        </p:txBody>
      </p:sp>
      <p:sp>
        <p:nvSpPr>
          <p:cNvPr id="4" name="文字版面配置區 2"/>
          <p:cNvSpPr txBox="1">
            <a:spLocks/>
          </p:cNvSpPr>
          <p:nvPr/>
        </p:nvSpPr>
        <p:spPr>
          <a:xfrm>
            <a:off x="2811417" y="128502"/>
            <a:ext cx="4697835" cy="990600"/>
          </a:xfrm>
          <a:prstGeom prst="rect">
            <a:avLst/>
          </a:prstGeom>
        </p:spPr>
        <p:txBody>
          <a:bodyPr tIns="91440" bIns="91440" anchor="b" anchorCtr="0">
            <a:noAutofit/>
          </a:bodyPr>
          <a:lstStyle/>
          <a:p>
            <a:pPr algn="just">
              <a:spcBef>
                <a:spcPct val="20000"/>
              </a:spcBef>
              <a:defRPr/>
            </a:pPr>
            <a:r>
              <a:rPr lang="zh-TW" altLang="en-US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先跑一次程式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A3FF21DE-9E23-F3A0-1ACC-6053EBD786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59" y="2036882"/>
            <a:ext cx="7152167" cy="3505239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8DEEA3C1-A74E-D2A2-1B38-080C9A801F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62400" y="4600036"/>
            <a:ext cx="4876800" cy="2085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3580847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/>
          <p:cNvSpPr txBox="1"/>
          <p:nvPr/>
        </p:nvSpPr>
        <p:spPr>
          <a:xfrm>
            <a:off x="489097" y="1214976"/>
            <a:ext cx="84493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38" indent="-514338">
              <a:buFont typeface="Arial" panose="020B0604020202020204" pitchFamily="34" charset="0"/>
              <a:buChar char="•"/>
            </a:pP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把這個</a:t>
            </a: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Bot</a:t>
            </a: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加成</a:t>
            </a: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LINE</a:t>
            </a: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好友</a:t>
            </a: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(</a:t>
            </a: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和顯示的會不同</a:t>
            </a: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)</a:t>
            </a:r>
          </a:p>
        </p:txBody>
      </p:sp>
      <p:sp>
        <p:nvSpPr>
          <p:cNvPr id="4" name="文字版面配置區 2"/>
          <p:cNvSpPr txBox="1">
            <a:spLocks/>
          </p:cNvSpPr>
          <p:nvPr/>
        </p:nvSpPr>
        <p:spPr>
          <a:xfrm>
            <a:off x="2811417" y="128502"/>
            <a:ext cx="4697835" cy="990600"/>
          </a:xfrm>
          <a:prstGeom prst="rect">
            <a:avLst/>
          </a:prstGeom>
        </p:spPr>
        <p:txBody>
          <a:bodyPr tIns="91440" bIns="91440" anchor="b" anchorCtr="0">
            <a:noAutofit/>
          </a:bodyPr>
          <a:lstStyle/>
          <a:p>
            <a:pPr algn="just">
              <a:spcBef>
                <a:spcPct val="20000"/>
              </a:spcBef>
              <a:defRPr/>
            </a:pPr>
            <a:r>
              <a:rPr lang="zh-TW" altLang="en-US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先跑一次程式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C139C8D6-08DF-B87B-3187-934875472D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372" y="2139078"/>
            <a:ext cx="7038753" cy="4368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4707423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/>
          <p:cNvSpPr txBox="1"/>
          <p:nvPr/>
        </p:nvSpPr>
        <p:spPr>
          <a:xfrm>
            <a:off x="489097" y="1214976"/>
            <a:ext cx="84493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38" indent="-514338">
              <a:buFont typeface="Arial" panose="020B0604020202020204" pitchFamily="34" charset="0"/>
              <a:buChar char="•"/>
            </a:pP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在</a:t>
            </a: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LINE</a:t>
            </a: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客戶端中，輸入文字，會回傳兩次</a:t>
            </a:r>
            <a:endParaRPr kumimoji="1" lang="en-US" altLang="zh-TW" sz="3200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</p:txBody>
      </p:sp>
      <p:sp>
        <p:nvSpPr>
          <p:cNvPr id="4" name="文字版面配置區 2"/>
          <p:cNvSpPr txBox="1">
            <a:spLocks/>
          </p:cNvSpPr>
          <p:nvPr/>
        </p:nvSpPr>
        <p:spPr>
          <a:xfrm>
            <a:off x="2811417" y="128502"/>
            <a:ext cx="4697835" cy="990600"/>
          </a:xfrm>
          <a:prstGeom prst="rect">
            <a:avLst/>
          </a:prstGeom>
        </p:spPr>
        <p:txBody>
          <a:bodyPr tIns="91440" bIns="91440" anchor="b" anchorCtr="0">
            <a:noAutofit/>
          </a:bodyPr>
          <a:lstStyle/>
          <a:p>
            <a:pPr algn="just">
              <a:spcBef>
                <a:spcPct val="20000"/>
              </a:spcBef>
              <a:defRPr/>
            </a:pPr>
            <a:r>
              <a:rPr lang="zh-TW" altLang="en-US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先跑一次程式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D08DF5A5-3F8F-BCF1-5B0E-6725FB3226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71" y="2520914"/>
            <a:ext cx="4148987" cy="3022194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BB992D08-14F6-AA5A-943C-999A88B833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2313" y="3385945"/>
            <a:ext cx="4536124" cy="2107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0975021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/>
          <p:cNvSpPr txBox="1"/>
          <p:nvPr/>
        </p:nvSpPr>
        <p:spPr>
          <a:xfrm>
            <a:off x="489097" y="1214976"/>
            <a:ext cx="84493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38" indent="-514338">
              <a:buFont typeface="Arial" panose="020B0604020202020204" pitchFamily="34" charset="0"/>
              <a:buChar char="•"/>
            </a:pP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在程式執行的</a:t>
            </a: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cell</a:t>
            </a: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處會出現一些訊息</a:t>
            </a:r>
            <a:endParaRPr kumimoji="1" lang="en-US" altLang="zh-TW" sz="3200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</p:txBody>
      </p:sp>
      <p:sp>
        <p:nvSpPr>
          <p:cNvPr id="4" name="文字版面配置區 2"/>
          <p:cNvSpPr txBox="1">
            <a:spLocks/>
          </p:cNvSpPr>
          <p:nvPr/>
        </p:nvSpPr>
        <p:spPr>
          <a:xfrm>
            <a:off x="2811417" y="128502"/>
            <a:ext cx="4697835" cy="990600"/>
          </a:xfrm>
          <a:prstGeom prst="rect">
            <a:avLst/>
          </a:prstGeom>
        </p:spPr>
        <p:txBody>
          <a:bodyPr tIns="91440" bIns="91440" anchor="b" anchorCtr="0">
            <a:noAutofit/>
          </a:bodyPr>
          <a:lstStyle/>
          <a:p>
            <a:pPr algn="just">
              <a:spcBef>
                <a:spcPct val="20000"/>
              </a:spcBef>
              <a:defRPr/>
            </a:pPr>
            <a:r>
              <a:rPr lang="zh-TW" altLang="en-US" sz="4800" b="1" kern="0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先跑一次程式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0B49EE09-8520-4724-535C-EBBDAD6C00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95" y="2529193"/>
            <a:ext cx="8874642" cy="3654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2935187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/>
          <p:cNvSpPr txBox="1"/>
          <p:nvPr/>
        </p:nvSpPr>
        <p:spPr>
          <a:xfrm>
            <a:off x="783076" y="3013501"/>
            <a:ext cx="7772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4800" b="1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Arial"/>
              </a:rPr>
              <a:t>LINE Bot</a:t>
            </a:r>
            <a:r>
              <a:rPr kumimoji="1" lang="zh-TW" altLang="en-US" sz="4800" b="1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Arial"/>
              </a:rPr>
              <a:t>後台原理</a:t>
            </a:r>
          </a:p>
        </p:txBody>
      </p:sp>
    </p:spTree>
    <p:extLst>
      <p:ext uri="{BB962C8B-B14F-4D97-AF65-F5344CB8AC3E}">
        <p14:creationId xmlns:p14="http://schemas.microsoft.com/office/powerpoint/2010/main" val="614496758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5C774883-20E7-6C1A-78DB-FCAD8DB363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143000"/>
            <a:ext cx="8366760" cy="4800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7854560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6C8711CD-6C5E-7C5E-B1D7-38F2560717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50" y="838200"/>
            <a:ext cx="7429500" cy="2095500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B96CC0F9-AEF1-B553-820C-1518B2FB75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" y="3581400"/>
            <a:ext cx="7467600" cy="2266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3425316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610E11D4-081E-2F4B-8488-2443658A1C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799" y="1219200"/>
            <a:ext cx="8536603" cy="449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88311480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7E803A64-5023-6A6D-0FDA-23E1E12802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453" y="1371600"/>
            <a:ext cx="8523094" cy="3581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7860883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/>
          <p:cNvSpPr txBox="1"/>
          <p:nvPr/>
        </p:nvSpPr>
        <p:spPr>
          <a:xfrm>
            <a:off x="484909" y="3117410"/>
            <a:ext cx="829916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4800" b="1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Arial"/>
              </a:rPr>
              <a:t>Webhook</a:t>
            </a:r>
            <a:r>
              <a:rPr kumimoji="1" lang="zh-TW" altLang="en-US" sz="4800" b="1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Arial"/>
              </a:rPr>
              <a:t>原理</a:t>
            </a:r>
          </a:p>
        </p:txBody>
      </p:sp>
    </p:spTree>
    <p:extLst>
      <p:ext uri="{BB962C8B-B14F-4D97-AF65-F5344CB8AC3E}">
        <p14:creationId xmlns:p14="http://schemas.microsoft.com/office/powerpoint/2010/main" val="2397103663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/>
          <p:cNvSpPr txBox="1"/>
          <p:nvPr/>
        </p:nvSpPr>
        <p:spPr>
          <a:xfrm>
            <a:off x="703870" y="1559087"/>
            <a:ext cx="8077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38" indent="-514338">
              <a:buFont typeface="Arial" panose="020B0604020202020204" pitchFamily="34" charset="0"/>
              <a:buChar char="•"/>
            </a:pP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使用程式而非瀏覽器存取網頁</a:t>
            </a:r>
          </a:p>
        </p:txBody>
      </p:sp>
      <p:sp>
        <p:nvSpPr>
          <p:cNvPr id="4" name="文字版面配置區 2"/>
          <p:cNvSpPr txBox="1">
            <a:spLocks/>
          </p:cNvSpPr>
          <p:nvPr/>
        </p:nvSpPr>
        <p:spPr>
          <a:xfrm>
            <a:off x="2173660" y="355134"/>
            <a:ext cx="4822806" cy="990600"/>
          </a:xfrm>
          <a:prstGeom prst="rect">
            <a:avLst/>
          </a:prstGeom>
        </p:spPr>
        <p:txBody>
          <a:bodyPr tIns="91440" bIns="91440" anchor="b" anchorCtr="0">
            <a:noAutofit/>
          </a:bodyPr>
          <a:lstStyle/>
          <a:p>
            <a:pPr algn="just">
              <a:spcBef>
                <a:spcPct val="20000"/>
              </a:spcBef>
              <a:defRPr/>
            </a:pPr>
            <a:r>
              <a:rPr kumimoji="1" lang="en-US" altLang="zh-TW" sz="4800" b="1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Webhook</a:t>
            </a:r>
            <a:r>
              <a:rPr kumimoji="1" lang="zh-TW" altLang="en-US" sz="4800" b="1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原理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0C327F27-5E6C-4806-A48D-4B466F6F60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084" y="2411765"/>
            <a:ext cx="8694637" cy="3963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0028235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/>
          <p:cNvSpPr txBox="1"/>
          <p:nvPr/>
        </p:nvSpPr>
        <p:spPr>
          <a:xfrm>
            <a:off x="703870" y="1559087"/>
            <a:ext cx="8077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38" indent="-514338">
              <a:buFont typeface="Arial" panose="020B0604020202020204" pitchFamily="34" charset="0"/>
              <a:buChar char="•"/>
            </a:pP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執行本課程</a:t>
            </a: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0502_webhook.ipynb</a:t>
            </a:r>
            <a:endParaRPr kumimoji="1" lang="zh-TW" altLang="en-US" sz="3200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</p:txBody>
      </p:sp>
      <p:sp>
        <p:nvSpPr>
          <p:cNvPr id="4" name="文字版面配置區 2"/>
          <p:cNvSpPr txBox="1">
            <a:spLocks/>
          </p:cNvSpPr>
          <p:nvPr/>
        </p:nvSpPr>
        <p:spPr>
          <a:xfrm>
            <a:off x="2173660" y="355134"/>
            <a:ext cx="4822806" cy="990600"/>
          </a:xfrm>
          <a:prstGeom prst="rect">
            <a:avLst/>
          </a:prstGeom>
        </p:spPr>
        <p:txBody>
          <a:bodyPr tIns="91440" bIns="91440" anchor="b" anchorCtr="0">
            <a:noAutofit/>
          </a:bodyPr>
          <a:lstStyle/>
          <a:p>
            <a:pPr algn="just">
              <a:spcBef>
                <a:spcPct val="20000"/>
              </a:spcBef>
              <a:defRPr/>
            </a:pPr>
            <a:r>
              <a:rPr kumimoji="1" lang="en-US" altLang="zh-TW" sz="4800" b="1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Webhook</a:t>
            </a:r>
            <a:r>
              <a:rPr kumimoji="1" lang="zh-TW" altLang="en-US" sz="4800" b="1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原理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1C92A6BB-F00F-C482-EBE2-07AB750DD0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502" y="2229655"/>
            <a:ext cx="7759337" cy="4466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4717801"/>
      </p:ext>
    </p:extLst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/>
          <p:cNvSpPr txBox="1"/>
          <p:nvPr/>
        </p:nvSpPr>
        <p:spPr>
          <a:xfrm>
            <a:off x="703870" y="1559087"/>
            <a:ext cx="80772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38" indent="-514338">
              <a:buFont typeface="Arial" panose="020B0604020202020204" pitchFamily="34" charset="0"/>
              <a:buChar char="•"/>
            </a:pP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同機器測試</a:t>
            </a: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Webhook</a:t>
            </a: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執行</a:t>
            </a:r>
            <a:endParaRPr kumimoji="1" lang="en-US" altLang="zh-TW" sz="3200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  <a:p>
            <a:r>
              <a:rPr kumimoji="1" lang="en-US" altLang="zh-TW" sz="24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curl -X POST -H "Content-Type: application/</a:t>
            </a:r>
            <a:r>
              <a:rPr kumimoji="1" lang="en-US" altLang="zh-TW" sz="2400" dirty="0" err="1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json</a:t>
            </a:r>
            <a:r>
              <a:rPr kumimoji="1" lang="en-US" altLang="zh-TW" sz="24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" -d '{"key": "value"}' http://127.0.0.1:6000/webhook</a:t>
            </a:r>
            <a:endParaRPr kumimoji="1" lang="zh-TW" altLang="en-US" sz="2400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</p:txBody>
      </p:sp>
      <p:sp>
        <p:nvSpPr>
          <p:cNvPr id="4" name="文字版面配置區 2"/>
          <p:cNvSpPr txBox="1">
            <a:spLocks/>
          </p:cNvSpPr>
          <p:nvPr/>
        </p:nvSpPr>
        <p:spPr>
          <a:xfrm>
            <a:off x="2173660" y="355134"/>
            <a:ext cx="4822806" cy="990600"/>
          </a:xfrm>
          <a:prstGeom prst="rect">
            <a:avLst/>
          </a:prstGeom>
        </p:spPr>
        <p:txBody>
          <a:bodyPr tIns="91440" bIns="91440" anchor="b" anchorCtr="0">
            <a:noAutofit/>
          </a:bodyPr>
          <a:lstStyle/>
          <a:p>
            <a:pPr algn="just">
              <a:spcBef>
                <a:spcPct val="20000"/>
              </a:spcBef>
              <a:defRPr/>
            </a:pPr>
            <a:r>
              <a:rPr kumimoji="1" lang="en-US" altLang="zh-TW" sz="4800" b="1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Webhook</a:t>
            </a:r>
            <a:r>
              <a:rPr kumimoji="1" lang="zh-TW" altLang="en-US" sz="4800" b="1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原理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E10E5C2D-1C89-3E57-FF13-B3C4A49451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495854"/>
            <a:ext cx="9144000" cy="2970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7631343"/>
      </p:ext>
    </p:extLst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/>
          <p:cNvSpPr txBox="1"/>
          <p:nvPr/>
        </p:nvSpPr>
        <p:spPr>
          <a:xfrm>
            <a:off x="703870" y="1559087"/>
            <a:ext cx="8077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38" indent="-514338">
              <a:buFont typeface="Arial" panose="020B0604020202020204" pitchFamily="34" charset="0"/>
              <a:buChar char="•"/>
            </a:pPr>
            <a:r>
              <a:rPr kumimoji="1" lang="en-US" altLang="zh-TW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Webhook</a:t>
            </a:r>
            <a:r>
              <a:rPr kumimoji="1" lang="zh-TW" altLang="en-US" sz="3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回應並顯示收到資訊</a:t>
            </a:r>
            <a:endParaRPr kumimoji="1" lang="zh-TW" altLang="en-US" sz="2400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</p:txBody>
      </p:sp>
      <p:sp>
        <p:nvSpPr>
          <p:cNvPr id="4" name="文字版面配置區 2"/>
          <p:cNvSpPr txBox="1">
            <a:spLocks/>
          </p:cNvSpPr>
          <p:nvPr/>
        </p:nvSpPr>
        <p:spPr>
          <a:xfrm>
            <a:off x="2173660" y="355134"/>
            <a:ext cx="4822806" cy="990600"/>
          </a:xfrm>
          <a:prstGeom prst="rect">
            <a:avLst/>
          </a:prstGeom>
        </p:spPr>
        <p:txBody>
          <a:bodyPr tIns="91440" bIns="91440" anchor="b" anchorCtr="0">
            <a:noAutofit/>
          </a:bodyPr>
          <a:lstStyle/>
          <a:p>
            <a:pPr algn="just">
              <a:spcBef>
                <a:spcPct val="20000"/>
              </a:spcBef>
              <a:defRPr/>
            </a:pPr>
            <a:r>
              <a:rPr kumimoji="1" lang="en-US" altLang="zh-TW" sz="4800" b="1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Webhook</a:t>
            </a:r>
            <a:r>
              <a:rPr kumimoji="1" lang="zh-TW" altLang="en-US" sz="4800" b="1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原理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9100ACBC-0902-CE3D-DCCB-54AECCF915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548081"/>
            <a:ext cx="9144000" cy="2332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3547176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版面配置區 2"/>
          <p:cNvSpPr>
            <a:spLocks noGrp="1"/>
          </p:cNvSpPr>
          <p:nvPr>
            <p:ph type="body" sz="quarter" idx="11"/>
          </p:nvPr>
        </p:nvSpPr>
        <p:spPr>
          <a:xfrm>
            <a:off x="2514600" y="3048000"/>
            <a:ext cx="5410200" cy="990600"/>
          </a:xfrm>
        </p:spPr>
        <p:txBody>
          <a:bodyPr/>
          <a:lstStyle/>
          <a:p>
            <a:pPr algn="just"/>
            <a:r>
              <a:rPr lang="en-US" altLang="zh-TW" sz="4800" b="1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JSON</a:t>
            </a:r>
            <a:r>
              <a:rPr lang="zh-TW" altLang="en-US" sz="4800" b="1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資料格式</a:t>
            </a:r>
          </a:p>
        </p:txBody>
      </p:sp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01ACAA0C-883C-C966-1259-350A7E7B3BAD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11078AA6-C1A5-45A0-9956-BB8DA3AA2FCD}" type="datetime1">
              <a:rPr kumimoji="0" lang="en-US" altLang="zh-TW" sz="1200" smtClean="0">
                <a:solidFill>
                  <a:schemeClr val="tx2"/>
                </a:solidFill>
              </a:rPr>
              <a:t>3/26/2026</a:t>
            </a:fld>
            <a:endParaRPr kumimoji="0" lang="en-US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59AC5A1-68ED-EBAF-3E35-202A7D82E38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en-US" sz="1200" smtClean="0">
                <a:solidFill>
                  <a:schemeClr val="tx2"/>
                </a:solidFill>
              </a:rPr>
              <a:pPr algn="r"/>
              <a:t>22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3604617160"/>
      </p:ext>
    </p:extLst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版面配置區 2"/>
          <p:cNvSpPr txBox="1">
            <a:spLocks/>
          </p:cNvSpPr>
          <p:nvPr/>
        </p:nvSpPr>
        <p:spPr>
          <a:xfrm>
            <a:off x="2362200" y="228600"/>
            <a:ext cx="5867400" cy="990600"/>
          </a:xfrm>
          <a:prstGeom prst="rect">
            <a:avLst/>
          </a:prstGeom>
        </p:spPr>
        <p:txBody>
          <a:bodyPr tIns="91440" bIns="91440" anchor="b" anchorCtr="0">
            <a:no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4800" b="1" i="0" u="none" strike="noStrike" kern="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JSON</a:t>
            </a:r>
            <a:r>
              <a:rPr kumimoji="0" lang="zh-TW" altLang="en-US" sz="4800" b="1" i="0" u="none" strike="noStrike" kern="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資料格式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1C536CB5-3C58-6CF1-767E-952B76F12DEE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0B520B05-2240-4566-BE2A-9338980FE8EB}" type="datetime1">
              <a:rPr kumimoji="0" lang="en-US" altLang="zh-TW" sz="1200" smtClean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3/26/2026</a:t>
            </a:fld>
            <a:endParaRPr kumimoji="0"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DA316F56-AF12-D872-611F-78AE7ACCBF9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en-US" sz="1200" smtClean="0">
                <a:solidFill>
                  <a:schemeClr val="tx2"/>
                </a:solidFill>
              </a:rPr>
              <a:pPr algn="r"/>
              <a:t>23</a:t>
            </a:fld>
            <a:endParaRPr kumimoji="0" lang="en-US" dirty="0"/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54D51629-6478-40B0-266D-C39EAC81C327}"/>
              </a:ext>
            </a:extLst>
          </p:cNvPr>
          <p:cNvSpPr txBox="1"/>
          <p:nvPr/>
        </p:nvSpPr>
        <p:spPr>
          <a:xfrm>
            <a:off x="533400" y="1447800"/>
            <a:ext cx="8305800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58775" indent="-358775">
              <a:buFont typeface="Arial" panose="020B0604020202020204" pitchFamily="34" charset="0"/>
              <a:buChar char="•"/>
            </a:pPr>
            <a:r>
              <a:rPr kumimoji="1" lang="zh-TW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絕大部分網站非靜態頁面，主要是動態載入資料庫中的資料</a:t>
            </a:r>
            <a:endParaRPr kumimoji="1" lang="en-US" altLang="zh-TW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  <a:p>
            <a:pPr marL="358775" indent="-358775">
              <a:buFont typeface="Arial" panose="020B0604020202020204" pitchFamily="34" charset="0"/>
              <a:buChar char="•"/>
            </a:pPr>
            <a:r>
              <a:rPr kumimoji="1" lang="zh-TW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網站的目的是提供資料，但主要對象是人類</a:t>
            </a:r>
            <a:endParaRPr kumimoji="1" lang="en-US" altLang="zh-TW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  <a:p>
            <a:pPr marL="358775" indent="-358775">
              <a:buFont typeface="Arial" panose="020B0604020202020204" pitchFamily="34" charset="0"/>
              <a:buChar char="•"/>
            </a:pPr>
            <a:r>
              <a:rPr kumimoji="1" lang="en-US" altLang="zh-TW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HTML&amp;CSS</a:t>
            </a:r>
            <a:r>
              <a:rPr kumimoji="1" lang="zh-TW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的目的是方便人類觀看，主是一種「資料」的表現層</a:t>
            </a:r>
            <a:endParaRPr kumimoji="1" lang="en-US" altLang="zh-TW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  <a:p>
            <a:pPr marL="358775" indent="-358775">
              <a:buFont typeface="Arial" panose="020B0604020202020204" pitchFamily="34" charset="0"/>
              <a:buChar char="•"/>
            </a:pPr>
            <a:r>
              <a:rPr kumimoji="1" lang="zh-TW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資料表現層有很多類型，如</a:t>
            </a:r>
            <a:r>
              <a:rPr kumimoji="1" lang="en-US" altLang="zh-TW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html,</a:t>
            </a:r>
            <a:r>
              <a:rPr kumimoji="1" lang="zh-TW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 </a:t>
            </a:r>
            <a:r>
              <a:rPr kumimoji="1" lang="en-US" altLang="zh-TW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txt,</a:t>
            </a:r>
            <a:r>
              <a:rPr kumimoji="1" lang="zh-TW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 </a:t>
            </a:r>
            <a:r>
              <a:rPr kumimoji="1" lang="en-US" altLang="zh-TW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xml</a:t>
            </a:r>
            <a:r>
              <a:rPr kumimoji="1" lang="zh-TW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等。</a:t>
            </a:r>
            <a:endParaRPr kumimoji="1" lang="en-US" altLang="zh-TW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  <a:p>
            <a:pPr marL="358775" indent="-358775">
              <a:buFont typeface="Arial" panose="020B0604020202020204" pitchFamily="34" charset="0"/>
              <a:buChar char="•"/>
            </a:pPr>
            <a:r>
              <a:rPr kumimoji="1" lang="en-US" altLang="zh-TW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Webhook</a:t>
            </a:r>
            <a:r>
              <a:rPr kumimoji="1" lang="zh-TW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是程式，通常不需要有表現層，方便網路資料交換即可</a:t>
            </a:r>
            <a:endParaRPr kumimoji="1" lang="en-US" altLang="zh-TW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  <a:p>
            <a:pPr marL="358775" indent="-358775">
              <a:buFont typeface="Arial" panose="020B0604020202020204" pitchFamily="34" charset="0"/>
              <a:buChar char="•"/>
            </a:pPr>
            <a:r>
              <a:rPr kumimoji="1" lang="zh-TW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最常用的伺服器和伺服器之間交換資料的格式是使用</a:t>
            </a:r>
            <a:r>
              <a:rPr kumimoji="1" lang="en-US" altLang="zh-TW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JSON</a:t>
            </a:r>
          </a:p>
          <a:p>
            <a:pPr marL="358775" indent="-358775">
              <a:buFont typeface="Arial" panose="020B0604020202020204" pitchFamily="34" charset="0"/>
              <a:buChar char="•"/>
            </a:pPr>
            <a:endParaRPr kumimoji="1" lang="en-US" altLang="zh-TW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</p:txBody>
      </p:sp>
    </p:spTree>
    <p:extLst>
      <p:ext uri="{BB962C8B-B14F-4D97-AF65-F5344CB8AC3E}">
        <p14:creationId xmlns:p14="http://schemas.microsoft.com/office/powerpoint/2010/main" val="1206237531"/>
      </p:ext>
    </p:extLst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版面配置區 2"/>
          <p:cNvSpPr txBox="1">
            <a:spLocks/>
          </p:cNvSpPr>
          <p:nvPr/>
        </p:nvSpPr>
        <p:spPr>
          <a:xfrm>
            <a:off x="2362200" y="228600"/>
            <a:ext cx="5867400" cy="990600"/>
          </a:xfrm>
          <a:prstGeom prst="rect">
            <a:avLst/>
          </a:prstGeom>
        </p:spPr>
        <p:txBody>
          <a:bodyPr tIns="91440" bIns="91440" anchor="b" anchorCtr="0">
            <a:no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4800" b="1" i="0" u="none" strike="noStrike" kern="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JSON</a:t>
            </a:r>
            <a:r>
              <a:rPr kumimoji="0" lang="zh-TW" altLang="en-US" sz="4800" b="1" i="0" u="none" strike="noStrike" kern="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資料格式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1C536CB5-3C58-6CF1-767E-952B76F12DEE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0B520B05-2240-4566-BE2A-9338980FE8EB}" type="datetime1">
              <a:rPr kumimoji="0" lang="en-US" altLang="zh-TW" sz="1200" smtClean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3/26/2026</a:t>
            </a:fld>
            <a:endParaRPr kumimoji="0"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DA316F56-AF12-D872-611F-78AE7ACCBF9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en-US" sz="1200" smtClean="0">
                <a:solidFill>
                  <a:schemeClr val="tx2"/>
                </a:solidFill>
              </a:rPr>
              <a:pPr algn="r"/>
              <a:t>24</a:t>
            </a:fld>
            <a:endParaRPr kumimoji="0" lang="en-US" dirty="0"/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54D51629-6478-40B0-266D-C39EAC81C327}"/>
              </a:ext>
            </a:extLst>
          </p:cNvPr>
          <p:cNvSpPr txBox="1"/>
          <p:nvPr/>
        </p:nvSpPr>
        <p:spPr>
          <a:xfrm>
            <a:off x="533400" y="1447800"/>
            <a:ext cx="8305800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58775" indent="-358775">
              <a:buFont typeface="Arial" panose="020B0604020202020204" pitchFamily="34" charset="0"/>
              <a:buChar char="•"/>
            </a:pPr>
            <a:r>
              <a:rPr kumimoji="1" lang="en-US" altLang="zh-TW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JavaScript Object Notion</a:t>
            </a:r>
            <a:r>
              <a:rPr kumimoji="1" lang="zh-TW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為全稱</a:t>
            </a:r>
            <a:endParaRPr kumimoji="1" lang="en-US" altLang="zh-TW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  <a:p>
            <a:pPr marL="358775" indent="-358775">
              <a:buFont typeface="Arial" panose="020B0604020202020204" pitchFamily="34" charset="0"/>
              <a:buChar char="•"/>
            </a:pPr>
            <a:r>
              <a:rPr kumimoji="1" lang="zh-TW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讀音為「</a:t>
            </a:r>
            <a:r>
              <a:rPr kumimoji="1" lang="en-US" altLang="zh-TW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Jason(</a:t>
            </a:r>
            <a:r>
              <a:rPr kumimoji="1" lang="zh-TW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街喪</a:t>
            </a:r>
            <a:r>
              <a:rPr kumimoji="1" lang="en-US" altLang="zh-TW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)</a:t>
            </a:r>
            <a:r>
              <a:rPr kumimoji="1" lang="zh-TW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」</a:t>
            </a:r>
            <a:endParaRPr kumimoji="1" lang="en-US" altLang="zh-TW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  <a:p>
            <a:pPr marL="358775" indent="-358775">
              <a:buFont typeface="Arial" panose="020B0604020202020204" pitchFamily="34" charset="0"/>
              <a:buChar char="•"/>
            </a:pPr>
            <a:r>
              <a:rPr kumimoji="1" lang="zh-TW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不需要有</a:t>
            </a:r>
            <a:r>
              <a:rPr kumimoji="1" lang="en-US" altLang="zh-TW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JavaScript</a:t>
            </a:r>
            <a:r>
              <a:rPr kumimoji="1" lang="zh-TW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，本身即為一種常用的資料格式</a:t>
            </a:r>
            <a:endParaRPr kumimoji="1" lang="en-US" altLang="zh-TW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  <a:p>
            <a:pPr marL="358775" indent="-358775">
              <a:buFont typeface="Arial" panose="020B0604020202020204" pitchFamily="34" charset="0"/>
              <a:buChar char="•"/>
            </a:pPr>
            <a:r>
              <a:rPr kumimoji="1" lang="zh-TW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用於程式之間</a:t>
            </a:r>
            <a:r>
              <a:rPr kumimoji="1" lang="en-US" altLang="zh-TW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(</a:t>
            </a:r>
            <a:r>
              <a:rPr kumimoji="1" lang="zh-TW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伺服器之間、伺服器和客戶端之間，客戶端之間</a:t>
            </a:r>
            <a:r>
              <a:rPr kumimoji="1" lang="en-US" altLang="zh-TW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)</a:t>
            </a:r>
            <a:r>
              <a:rPr kumimoji="1" lang="zh-TW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的資料交換</a:t>
            </a:r>
            <a:endParaRPr kumimoji="1" lang="en-US" altLang="zh-TW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  <a:p>
            <a:pPr marL="358775" indent="-358775">
              <a:buFont typeface="Arial" panose="020B0604020202020204" pitchFamily="34" charset="0"/>
              <a:buChar char="•"/>
            </a:pPr>
            <a:r>
              <a:rPr kumimoji="1" lang="zh-TW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有些網站會準備</a:t>
            </a:r>
            <a:r>
              <a:rPr kumimoji="1" lang="en-US" altLang="zh-TW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JSON</a:t>
            </a:r>
            <a:r>
              <a:rPr kumimoji="1" lang="zh-TW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資料格式專門給網路爬蟲使用</a:t>
            </a:r>
            <a:endParaRPr kumimoji="1" lang="en-US" altLang="zh-TW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  <a:p>
            <a:pPr marL="358775" indent="-358775">
              <a:buFont typeface="Arial" panose="020B0604020202020204" pitchFamily="34" charset="0"/>
              <a:buChar char="•"/>
            </a:pPr>
            <a:r>
              <a:rPr kumimoji="1" lang="zh-TW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也可做為平常資料儲存的格式</a:t>
            </a:r>
            <a:endParaRPr kumimoji="1" lang="en-US" altLang="zh-TW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  <a:p>
            <a:pPr marL="358775" indent="-358775">
              <a:buFont typeface="Arial" panose="020B0604020202020204" pitchFamily="34" charset="0"/>
              <a:buChar char="•"/>
            </a:pPr>
            <a:endParaRPr kumimoji="1" lang="en-US" altLang="zh-TW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</p:txBody>
      </p:sp>
    </p:spTree>
    <p:extLst>
      <p:ext uri="{BB962C8B-B14F-4D97-AF65-F5344CB8AC3E}">
        <p14:creationId xmlns:p14="http://schemas.microsoft.com/office/powerpoint/2010/main" val="2621955823"/>
      </p:ext>
    </p:extLst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版面配置區 2"/>
          <p:cNvSpPr txBox="1">
            <a:spLocks/>
          </p:cNvSpPr>
          <p:nvPr/>
        </p:nvSpPr>
        <p:spPr>
          <a:xfrm>
            <a:off x="2362200" y="228600"/>
            <a:ext cx="5867400" cy="990600"/>
          </a:xfrm>
          <a:prstGeom prst="rect">
            <a:avLst/>
          </a:prstGeom>
        </p:spPr>
        <p:txBody>
          <a:bodyPr tIns="91440" bIns="91440" anchor="b" anchorCtr="0">
            <a:no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4800" b="1" i="0" u="none" strike="noStrike" kern="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一個</a:t>
            </a:r>
            <a:r>
              <a:rPr kumimoji="0" lang="en-US" altLang="zh-TW" sz="4800" b="1" i="0" u="none" strike="noStrike" kern="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JSON</a:t>
            </a:r>
            <a:r>
              <a:rPr kumimoji="0" lang="zh-TW" altLang="en-US" sz="4800" b="1" i="0" u="none" strike="noStrike" kern="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應用範例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1C536CB5-3C58-6CF1-767E-952B76F12DEE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0B520B05-2240-4566-BE2A-9338980FE8EB}" type="datetime1">
              <a:rPr kumimoji="0" lang="en-US" altLang="zh-TW" sz="1200" smtClean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3/26/2026</a:t>
            </a:fld>
            <a:endParaRPr kumimoji="0"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DA316F56-AF12-D872-611F-78AE7ACCBF9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en-US" sz="1200" smtClean="0">
                <a:solidFill>
                  <a:schemeClr val="tx2"/>
                </a:solidFill>
              </a:rPr>
              <a:pPr algn="r"/>
              <a:t>25</a:t>
            </a:fld>
            <a:endParaRPr kumimoji="0" lang="en-US" dirty="0"/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54D51629-6478-40B0-266D-C39EAC81C327}"/>
              </a:ext>
            </a:extLst>
          </p:cNvPr>
          <p:cNvSpPr txBox="1"/>
          <p:nvPr/>
        </p:nvSpPr>
        <p:spPr>
          <a:xfrm>
            <a:off x="533400" y="1447800"/>
            <a:ext cx="830580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altLang="zh-TW" sz="3200" b="0" i="0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JSON </a:t>
            </a:r>
            <a:r>
              <a:rPr lang="zh-TW" altLang="en-US" sz="3200" b="0" i="0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最常用用在 </a:t>
            </a:r>
            <a:r>
              <a:rPr lang="en-US" altLang="zh-TW" sz="3200" b="0" i="0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Web </a:t>
            </a:r>
            <a:r>
              <a:rPr lang="zh-TW" altLang="en-US" sz="3200" b="0" i="0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網頁程式從 </a:t>
            </a:r>
            <a:r>
              <a:rPr lang="en-US" altLang="zh-TW" sz="3200" b="0" i="0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Server </a:t>
            </a:r>
            <a:r>
              <a:rPr lang="zh-TW" altLang="en-US" sz="3200" b="0" i="0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端傳送</a:t>
            </a:r>
            <a:r>
              <a:rPr lang="zh-TW" altLang="en-US" sz="3200" b="0" i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資料給客戶端</a:t>
            </a:r>
            <a:endParaRPr lang="en-US" altLang="zh-TW" sz="3200" b="0" i="0" dirty="0"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zh-TW" altLang="en-US" sz="3200" b="0" i="0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典型範例就是透過 </a:t>
            </a:r>
            <a:r>
              <a:rPr lang="en-US" altLang="zh-TW" sz="3200" b="0" i="0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AJAX </a:t>
            </a:r>
            <a:r>
              <a:rPr lang="zh-TW" altLang="en-US" sz="3200" b="0" i="0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方式交換 </a:t>
            </a:r>
            <a:r>
              <a:rPr lang="en-US" altLang="zh-TW" sz="3200" b="0" i="0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JSON </a:t>
            </a:r>
            <a:r>
              <a:rPr lang="zh-TW" altLang="en-US" sz="3200" b="0" i="0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資料</a:t>
            </a:r>
            <a:r>
              <a:rPr lang="en-US" altLang="zh-TW" sz="3200" b="0" i="0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3200" b="0" i="0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動態更新頁面</a:t>
            </a:r>
            <a:r>
              <a:rPr lang="en-US" altLang="zh-TW" sz="3200" b="0" i="0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endParaRPr lang="zh-TW" altLang="en-US" sz="3200" b="0" i="0" dirty="0"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zh-TW" altLang="en-US" sz="2800" b="0" i="0" dirty="0">
                <a:solidFill>
                  <a:srgbClr val="FFFF00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使用者點選了線上產品縮圖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altLang="zh-TW" sz="2800" b="0" i="0" dirty="0">
                <a:solidFill>
                  <a:srgbClr val="FFFF00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JavaScript </a:t>
            </a:r>
            <a:r>
              <a:rPr lang="zh-TW" altLang="en-US" sz="2800" b="0" i="0" dirty="0">
                <a:solidFill>
                  <a:srgbClr val="FFFF00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透過 </a:t>
            </a:r>
            <a:r>
              <a:rPr lang="en-US" altLang="zh-TW" sz="2800" b="0" i="0" dirty="0">
                <a:solidFill>
                  <a:srgbClr val="FFFF00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AJAX </a:t>
            </a:r>
            <a:r>
              <a:rPr lang="zh-TW" altLang="en-US" sz="2800" b="0" i="0" dirty="0">
                <a:solidFill>
                  <a:srgbClr val="FFFF00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方式將產品 </a:t>
            </a:r>
            <a:r>
              <a:rPr lang="en-US" altLang="zh-TW" sz="2800" b="0" i="0" dirty="0">
                <a:solidFill>
                  <a:srgbClr val="FFFF00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ID </a:t>
            </a:r>
            <a:r>
              <a:rPr lang="zh-TW" altLang="en-US" sz="2800" b="0" i="0" dirty="0">
                <a:solidFill>
                  <a:srgbClr val="FFFF00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傳送給伺服器端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zh-TW" altLang="en-US" sz="2800" b="0" i="0" dirty="0">
                <a:solidFill>
                  <a:srgbClr val="FFFF00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伺服器端收到 </a:t>
            </a:r>
            <a:r>
              <a:rPr lang="en-US" altLang="zh-TW" sz="2800" b="0" i="0" dirty="0">
                <a:solidFill>
                  <a:srgbClr val="FFFF00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ID</a:t>
            </a:r>
            <a:r>
              <a:rPr lang="zh-TW" altLang="en-US" sz="2800" b="0" i="0" dirty="0">
                <a:solidFill>
                  <a:srgbClr val="FFFF00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，將產品資料 </a:t>
            </a:r>
            <a:r>
              <a:rPr lang="en-US" altLang="zh-TW" sz="2800" b="0" i="0" dirty="0">
                <a:solidFill>
                  <a:srgbClr val="FFFF00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(ex </a:t>
            </a:r>
            <a:r>
              <a:rPr lang="zh-TW" altLang="en-US" sz="2800" b="0" i="0" dirty="0">
                <a:solidFill>
                  <a:srgbClr val="FFFF00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價格</a:t>
            </a:r>
            <a:r>
              <a:rPr lang="en-US" altLang="zh-TW" sz="2800" b="0" i="0" dirty="0">
                <a:solidFill>
                  <a:srgbClr val="FFFF00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,</a:t>
            </a:r>
            <a:r>
              <a:rPr lang="zh-TW" altLang="en-US" sz="2800" b="0" i="0" dirty="0">
                <a:solidFill>
                  <a:srgbClr val="FFFF00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描述</a:t>
            </a:r>
            <a:r>
              <a:rPr lang="en-US" altLang="zh-TW" sz="2800" b="0" i="0" dirty="0">
                <a:solidFill>
                  <a:srgbClr val="FFFF00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) </a:t>
            </a:r>
            <a:r>
              <a:rPr lang="zh-TW" altLang="en-US" sz="2800" b="0" i="0" dirty="0">
                <a:solidFill>
                  <a:srgbClr val="FFFF00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編碼成 </a:t>
            </a:r>
            <a:r>
              <a:rPr lang="en-US" altLang="zh-TW" sz="2800" b="0" i="0" dirty="0">
                <a:solidFill>
                  <a:srgbClr val="FFFF00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JSON </a:t>
            </a:r>
            <a:r>
              <a:rPr lang="zh-TW" altLang="en-US" sz="2800" b="0" i="0" dirty="0">
                <a:solidFill>
                  <a:srgbClr val="FFFF00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資料，並且回傳給瀏覽器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altLang="zh-TW" sz="2800" b="0" i="0" dirty="0">
                <a:solidFill>
                  <a:srgbClr val="FFFF00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JavaScript </a:t>
            </a:r>
            <a:r>
              <a:rPr lang="zh-TW" altLang="en-US" sz="2800" b="0" i="0" dirty="0">
                <a:solidFill>
                  <a:srgbClr val="FFFF00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收到 </a:t>
            </a:r>
            <a:r>
              <a:rPr lang="en-US" altLang="zh-TW" sz="2800" b="0" i="0" dirty="0">
                <a:solidFill>
                  <a:srgbClr val="FFFF00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JSON </a:t>
            </a:r>
            <a:r>
              <a:rPr lang="zh-TW" altLang="en-US" sz="2800" b="0" i="0" dirty="0">
                <a:solidFill>
                  <a:srgbClr val="FFFF00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資料，將其解碼 </a:t>
            </a:r>
            <a:r>
              <a:rPr lang="en-US" altLang="zh-TW" sz="2800" b="0" i="0" dirty="0">
                <a:solidFill>
                  <a:srgbClr val="FFFF00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(decode) </a:t>
            </a:r>
            <a:r>
              <a:rPr lang="zh-TW" altLang="en-US" sz="2800" b="0" i="0" dirty="0">
                <a:solidFill>
                  <a:srgbClr val="FFFF00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並且將資料顯示在網頁上</a:t>
            </a:r>
          </a:p>
        </p:txBody>
      </p:sp>
    </p:spTree>
    <p:extLst>
      <p:ext uri="{BB962C8B-B14F-4D97-AF65-F5344CB8AC3E}">
        <p14:creationId xmlns:p14="http://schemas.microsoft.com/office/powerpoint/2010/main" val="3979454481"/>
      </p:ext>
    </p:extLst>
  </p:cSld>
  <p:clrMapOvr>
    <a:masterClrMapping/>
  </p:clrMapOvr>
  <p:transition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D855CC84-4E5B-B7FC-9DA7-4535DFEAFD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1066800"/>
            <a:ext cx="6378575" cy="3733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0095058"/>
      </p:ext>
    </p:extLst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4B2BF193-BA8F-083E-220E-9CA14765A8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8887" y="2047875"/>
            <a:ext cx="4086225" cy="2762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7113817"/>
      </p:ext>
    </p:extLst>
  </p:cSld>
  <p:clrMapOvr>
    <a:masterClrMapping/>
  </p:clrMapOvr>
  <p:transition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287C963F-2997-F4CF-AF2F-351038FECF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3600" y="1814512"/>
            <a:ext cx="4876800" cy="3228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867348"/>
      </p:ext>
    </p:extLst>
  </p:cSld>
  <p:clrMapOvr>
    <a:masterClrMapping/>
  </p:clrMapOvr>
  <p:transition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A0A2DE47-0DF9-A090-D11E-383D7B1A33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1275" y="1585912"/>
            <a:ext cx="3981450" cy="3686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3962198"/>
      </p:ext>
    </p:extLst>
  </p:cSld>
  <p:clrMapOvr>
    <a:masterClrMapping/>
  </p:clrMapOvr>
  <p:transition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DFDA9CDF-148A-67FC-2B9B-90EDCEE02E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6050" y="2119312"/>
            <a:ext cx="3771900" cy="2619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3537465"/>
      </p:ext>
    </p:extLst>
  </p:cSld>
  <p:clrMapOvr>
    <a:masterClrMapping/>
  </p:clrMapOvr>
  <p:transition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37521BCE-6DF2-0FEC-D98E-DD30EE7095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150" y="733425"/>
            <a:ext cx="8267700" cy="5391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2121668"/>
      </p:ext>
    </p:extLst>
  </p:cSld>
  <p:clrMapOvr>
    <a:masterClrMapping/>
  </p:clrMapOvr>
  <p:transition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7465CCC8-37E8-CA97-DF95-80A4E6145C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412" y="1404937"/>
            <a:ext cx="7877175" cy="4048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2194306"/>
      </p:ext>
    </p:extLst>
  </p:cSld>
  <p:clrMapOvr>
    <a:masterClrMapping/>
  </p:clrMapOvr>
  <p:transition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A791FA76-F477-CB7A-E44D-869AE4CA5C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363" y="1295400"/>
            <a:ext cx="7513273" cy="3733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3152455"/>
      </p:ext>
    </p:extLst>
  </p:cSld>
  <p:clrMapOvr>
    <a:masterClrMapping/>
  </p:clrMapOvr>
  <p:transition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/>
          <p:cNvSpPr txBox="1"/>
          <p:nvPr/>
        </p:nvSpPr>
        <p:spPr>
          <a:xfrm>
            <a:off x="796931" y="3152046"/>
            <a:ext cx="7772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4800" b="1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Arial"/>
              </a:rPr>
              <a:t>Web</a:t>
            </a:r>
            <a:r>
              <a:rPr kumimoji="1" lang="zh-TW" altLang="en-US" sz="4800" b="1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Arial"/>
              </a:rPr>
              <a:t>開發框架</a:t>
            </a:r>
            <a:r>
              <a:rPr kumimoji="1" lang="en-US" altLang="zh-TW" sz="4800" b="1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Arial"/>
              </a:rPr>
              <a:t>Flask</a:t>
            </a:r>
            <a:endParaRPr kumimoji="1" lang="zh-TW" altLang="en-US" sz="4800" b="1" dirty="0">
              <a:solidFill>
                <a:srgbClr val="FFFF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27961625"/>
      </p:ext>
    </p:extLst>
  </p:cSld>
  <p:clrMapOvr>
    <a:masterClrMapping/>
  </p:clrMapOvr>
  <p:transition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版面配置區 2"/>
          <p:cNvSpPr txBox="1">
            <a:spLocks/>
          </p:cNvSpPr>
          <p:nvPr/>
        </p:nvSpPr>
        <p:spPr>
          <a:xfrm>
            <a:off x="2362200" y="228600"/>
            <a:ext cx="5867400" cy="990600"/>
          </a:xfrm>
          <a:prstGeom prst="rect">
            <a:avLst/>
          </a:prstGeom>
        </p:spPr>
        <p:txBody>
          <a:bodyPr tIns="91440" bIns="91440" anchor="b" anchorCtr="0">
            <a:no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4800" b="1" i="0" u="none" strike="noStrike" kern="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前端和後端語言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1C536CB5-3C58-6CF1-767E-952B76F12DEE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0B520B05-2240-4566-BE2A-9338980FE8EB}" type="datetime1">
              <a:rPr kumimoji="0" lang="en-US" altLang="zh-TW" sz="1200" smtClean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3/26/2026</a:t>
            </a:fld>
            <a:endParaRPr kumimoji="0"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DA316F56-AF12-D872-611F-78AE7ACCBF9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en-US" sz="1200" smtClean="0">
                <a:solidFill>
                  <a:schemeClr val="tx2"/>
                </a:solidFill>
              </a:rPr>
              <a:pPr algn="r"/>
              <a:t>35</a:t>
            </a:fld>
            <a:endParaRPr kumimoji="0" lang="en-US" dirty="0"/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54D51629-6478-40B0-266D-C39EAC81C327}"/>
              </a:ext>
            </a:extLst>
          </p:cNvPr>
          <p:cNvSpPr txBox="1"/>
          <p:nvPr/>
        </p:nvSpPr>
        <p:spPr>
          <a:xfrm>
            <a:off x="533400" y="1447800"/>
            <a:ext cx="8305800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58775" indent="-358775">
              <a:buFont typeface="Arial" panose="020B0604020202020204" pitchFamily="34" charset="0"/>
              <a:buChar char="•"/>
            </a:pPr>
            <a:r>
              <a:rPr kumimoji="1" lang="zh-TW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從瀏覽器輸入網址時，會從伺服器下載靜態檔案</a:t>
            </a:r>
            <a:r>
              <a:rPr kumimoji="1" lang="en-US" altLang="zh-TW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(HTML/CSS)</a:t>
            </a:r>
            <a:r>
              <a:rPr kumimoji="1" lang="zh-TW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及動態檔案</a:t>
            </a:r>
            <a:r>
              <a:rPr kumimoji="1" lang="en-US" altLang="zh-TW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(</a:t>
            </a:r>
            <a:r>
              <a:rPr kumimoji="1" lang="en-US" altLang="zh-TW" sz="3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Javascript</a:t>
            </a:r>
            <a:r>
              <a:rPr kumimoji="1" lang="en-US" altLang="zh-TW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)</a:t>
            </a:r>
          </a:p>
          <a:p>
            <a:pPr marL="358775" indent="-358775">
              <a:buFont typeface="Arial" panose="020B0604020202020204" pitchFamily="34" charset="0"/>
              <a:buChar char="•"/>
            </a:pPr>
            <a:r>
              <a:rPr kumimoji="1" lang="zh-TW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瀏覽器會渲染</a:t>
            </a:r>
            <a:r>
              <a:rPr kumimoji="1" lang="en-US" altLang="zh-TW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HTML/CSS</a:t>
            </a:r>
            <a:r>
              <a:rPr kumimoji="1" lang="zh-TW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的內容</a:t>
            </a:r>
            <a:endParaRPr kumimoji="1" lang="en-US" altLang="zh-TW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  <a:p>
            <a:pPr marL="358775" indent="-358775">
              <a:buFont typeface="Arial" panose="020B0604020202020204" pitchFamily="34" charset="0"/>
              <a:buChar char="•"/>
            </a:pPr>
            <a:r>
              <a:rPr kumimoji="1" lang="zh-TW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瀏覽器也提供</a:t>
            </a:r>
            <a:r>
              <a:rPr kumimoji="1" lang="en-US" altLang="zh-TW" sz="32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Javascript</a:t>
            </a:r>
            <a:r>
              <a:rPr kumimoji="1" lang="zh-TW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執行的平台</a:t>
            </a:r>
            <a:endParaRPr kumimoji="1" lang="en-US" altLang="zh-TW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  <a:p>
            <a:pPr marL="358775" indent="-358775">
              <a:buFont typeface="Arial" panose="020B0604020202020204" pitchFamily="34" charset="0"/>
              <a:buChar char="•"/>
            </a:pPr>
            <a:r>
              <a:rPr kumimoji="1" lang="zh-TW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這些都稱為「前端語言」。</a:t>
            </a:r>
            <a:endParaRPr kumimoji="1" lang="en-US" altLang="zh-TW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  <a:p>
            <a:pPr marL="358775" indent="-358775">
              <a:buFont typeface="Arial" panose="020B0604020202020204" pitchFamily="34" charset="0"/>
              <a:buChar char="•"/>
            </a:pPr>
            <a:r>
              <a:rPr kumimoji="1" lang="zh-TW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在使用者端的瀏覽器中執行，並且消耗使用者端的</a:t>
            </a:r>
            <a:r>
              <a:rPr kumimoji="1" lang="en-US" altLang="zh-TW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CPU</a:t>
            </a:r>
            <a:r>
              <a:rPr kumimoji="1" lang="zh-TW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及記憶體</a:t>
            </a:r>
            <a:endParaRPr kumimoji="1" lang="en-US" altLang="zh-TW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  <a:p>
            <a:pPr marL="358775" indent="-358775">
              <a:buFont typeface="Arial" panose="020B0604020202020204" pitchFamily="34" charset="0"/>
              <a:buChar char="•"/>
            </a:pPr>
            <a:r>
              <a:rPr kumimoji="1" lang="zh-TW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通常在</a:t>
            </a:r>
            <a:r>
              <a:rPr kumimoji="1" lang="en-US" altLang="zh-TW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HTML/JavaScript</a:t>
            </a:r>
            <a:r>
              <a:rPr kumimoji="1" lang="zh-TW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中會提供表單，讓使用者填寫</a:t>
            </a:r>
            <a:endParaRPr kumimoji="1" lang="en-US" altLang="zh-TW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  <a:p>
            <a:pPr marL="358775" indent="-358775">
              <a:buFont typeface="Arial" panose="020B0604020202020204" pitchFamily="34" charset="0"/>
              <a:buChar char="•"/>
            </a:pPr>
            <a:endParaRPr kumimoji="1" lang="en-US" altLang="zh-TW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</p:txBody>
      </p:sp>
    </p:spTree>
    <p:extLst>
      <p:ext uri="{BB962C8B-B14F-4D97-AF65-F5344CB8AC3E}">
        <p14:creationId xmlns:p14="http://schemas.microsoft.com/office/powerpoint/2010/main" val="1617996245"/>
      </p:ext>
    </p:extLst>
  </p:cSld>
  <p:clrMapOvr>
    <a:masterClrMapping/>
  </p:clrMapOvr>
  <p:transition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版面配置區 2"/>
          <p:cNvSpPr txBox="1">
            <a:spLocks/>
          </p:cNvSpPr>
          <p:nvPr/>
        </p:nvSpPr>
        <p:spPr>
          <a:xfrm>
            <a:off x="2362200" y="228600"/>
            <a:ext cx="5867400" cy="990600"/>
          </a:xfrm>
          <a:prstGeom prst="rect">
            <a:avLst/>
          </a:prstGeom>
        </p:spPr>
        <p:txBody>
          <a:bodyPr tIns="91440" bIns="91440" anchor="b" anchorCtr="0">
            <a:no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4800" b="1" i="0" u="none" strike="noStrike" kern="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前端和後端語言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1C536CB5-3C58-6CF1-767E-952B76F12DEE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0B520B05-2240-4566-BE2A-9338980FE8EB}" type="datetime1">
              <a:rPr kumimoji="0" lang="en-US" altLang="zh-TW" sz="1200" smtClean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3/26/2026</a:t>
            </a:fld>
            <a:endParaRPr kumimoji="0"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DA316F56-AF12-D872-611F-78AE7ACCBF9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en-US" sz="1200" smtClean="0">
                <a:solidFill>
                  <a:schemeClr val="tx2"/>
                </a:solidFill>
              </a:rPr>
              <a:pPr algn="r"/>
              <a:t>36</a:t>
            </a:fld>
            <a:endParaRPr kumimoji="0" 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93E9FE9E-D12E-D058-B880-864FF39A0A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298" y="1726261"/>
            <a:ext cx="8937702" cy="3565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4786045"/>
      </p:ext>
    </p:extLst>
  </p:cSld>
  <p:clrMapOvr>
    <a:masterClrMapping/>
  </p:clrMapOvr>
  <p:transition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版面配置區 2"/>
          <p:cNvSpPr txBox="1">
            <a:spLocks/>
          </p:cNvSpPr>
          <p:nvPr/>
        </p:nvSpPr>
        <p:spPr>
          <a:xfrm>
            <a:off x="2362200" y="228600"/>
            <a:ext cx="5867400" cy="990600"/>
          </a:xfrm>
          <a:prstGeom prst="rect">
            <a:avLst/>
          </a:prstGeom>
        </p:spPr>
        <p:txBody>
          <a:bodyPr tIns="91440" bIns="91440" anchor="b" anchorCtr="0">
            <a:no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4800" b="1" i="0" u="none" strike="noStrike" kern="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前端和後端語言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1C536CB5-3C58-6CF1-767E-952B76F12DEE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0B520B05-2240-4566-BE2A-9338980FE8EB}" type="datetime1">
              <a:rPr kumimoji="0" lang="en-US" altLang="zh-TW" sz="1200" smtClean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3/26/2026</a:t>
            </a:fld>
            <a:endParaRPr kumimoji="0"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DA316F56-AF12-D872-611F-78AE7ACCBF9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en-US" sz="1200" smtClean="0">
                <a:solidFill>
                  <a:schemeClr val="tx2"/>
                </a:solidFill>
              </a:rPr>
              <a:pPr algn="r"/>
              <a:t>37</a:t>
            </a:fld>
            <a:endParaRPr kumimoji="0"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EBAD7A45-C224-303A-7D60-BEC4D9FF56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765" y="1531500"/>
            <a:ext cx="7811429" cy="4656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281132"/>
      </p:ext>
    </p:extLst>
  </p:cSld>
  <p:clrMapOvr>
    <a:masterClrMapping/>
  </p:clrMapOvr>
  <p:transition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版面配置區 2"/>
          <p:cNvSpPr txBox="1">
            <a:spLocks/>
          </p:cNvSpPr>
          <p:nvPr/>
        </p:nvSpPr>
        <p:spPr>
          <a:xfrm>
            <a:off x="2362200" y="228600"/>
            <a:ext cx="5867400" cy="990600"/>
          </a:xfrm>
          <a:prstGeom prst="rect">
            <a:avLst/>
          </a:prstGeom>
        </p:spPr>
        <p:txBody>
          <a:bodyPr tIns="91440" bIns="91440" anchor="b" anchorCtr="0">
            <a:no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4800" b="1" i="0" u="none" strike="noStrike" kern="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前端和後端語言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1C536CB5-3C58-6CF1-767E-952B76F12DEE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0B520B05-2240-4566-BE2A-9338980FE8EB}" type="datetime1">
              <a:rPr kumimoji="0" lang="en-US" altLang="zh-TW" sz="1200" smtClean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3/26/2026</a:t>
            </a:fld>
            <a:endParaRPr kumimoji="0"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DA316F56-AF12-D872-611F-78AE7ACCBF9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en-US" sz="1200" smtClean="0">
                <a:solidFill>
                  <a:schemeClr val="tx2"/>
                </a:solidFill>
              </a:rPr>
              <a:pPr algn="r"/>
              <a:t>38</a:t>
            </a:fld>
            <a:endParaRPr kumimoji="0" 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13C97015-1A16-0A4D-BB7F-E71AC8B42C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356" y="1692626"/>
            <a:ext cx="8736980" cy="3724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066479"/>
      </p:ext>
    </p:extLst>
  </p:cSld>
  <p:clrMapOvr>
    <a:masterClrMapping/>
  </p:clrMapOvr>
  <p:transition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版面配置區 2"/>
          <p:cNvSpPr txBox="1">
            <a:spLocks/>
          </p:cNvSpPr>
          <p:nvPr/>
        </p:nvSpPr>
        <p:spPr>
          <a:xfrm>
            <a:off x="2362200" y="228600"/>
            <a:ext cx="5867400" cy="990600"/>
          </a:xfrm>
          <a:prstGeom prst="rect">
            <a:avLst/>
          </a:prstGeom>
        </p:spPr>
        <p:txBody>
          <a:bodyPr tIns="91440" bIns="91440" anchor="b" anchorCtr="0">
            <a:no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4800" b="1" i="0" u="none" strike="noStrike" kern="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前端和後端語言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1C536CB5-3C58-6CF1-767E-952B76F12DEE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0B520B05-2240-4566-BE2A-9338980FE8EB}" type="datetime1">
              <a:rPr kumimoji="0" lang="en-US" altLang="zh-TW" sz="1200" smtClean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3/26/2026</a:t>
            </a:fld>
            <a:endParaRPr kumimoji="0"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DA316F56-AF12-D872-611F-78AE7ACCBF9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en-US" sz="1200" smtClean="0">
                <a:solidFill>
                  <a:schemeClr val="tx2"/>
                </a:solidFill>
              </a:rPr>
              <a:pPr algn="r"/>
              <a:t>39</a:t>
            </a:fld>
            <a:endParaRPr kumimoji="0" lang="en-US" dirty="0"/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54D51629-6478-40B0-266D-C39EAC81C327}"/>
              </a:ext>
            </a:extLst>
          </p:cNvPr>
          <p:cNvSpPr txBox="1"/>
          <p:nvPr/>
        </p:nvSpPr>
        <p:spPr>
          <a:xfrm>
            <a:off x="533400" y="1447800"/>
            <a:ext cx="8305800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58775" indent="-358775">
              <a:buFont typeface="Arial" panose="020B0604020202020204" pitchFamily="34" charset="0"/>
              <a:buChar char="•"/>
            </a:pPr>
            <a:r>
              <a:rPr kumimoji="1" lang="zh-TW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使用者在瀏覽器中填寫的資料</a:t>
            </a:r>
            <a:r>
              <a:rPr kumimoji="1" lang="en-US" altLang="zh-TW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(</a:t>
            </a:r>
            <a:r>
              <a:rPr kumimoji="1" lang="zh-TW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或做出的動作</a:t>
            </a:r>
            <a:r>
              <a:rPr kumimoji="1" lang="en-US" altLang="zh-TW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)</a:t>
            </a:r>
            <a:r>
              <a:rPr kumimoji="1" lang="zh-TW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，會傳回伺服器</a:t>
            </a:r>
            <a:endParaRPr kumimoji="1" lang="en-US" altLang="zh-TW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  <a:p>
            <a:pPr marL="358775" indent="-358775">
              <a:buFont typeface="Arial" panose="020B0604020202020204" pitchFamily="34" charset="0"/>
              <a:buChar char="•"/>
            </a:pPr>
            <a:r>
              <a:rPr kumimoji="1" lang="zh-TW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伺服器必須對這些資料或動作做處理</a:t>
            </a:r>
            <a:endParaRPr kumimoji="1" lang="en-US" altLang="zh-TW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  <a:p>
            <a:pPr marL="358775" indent="-358775">
              <a:buFont typeface="Arial" panose="020B0604020202020204" pitchFamily="34" charset="0"/>
              <a:buChar char="•"/>
            </a:pPr>
            <a:r>
              <a:rPr kumimoji="1" lang="zh-TW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例如「傳回搜尋結果」或是「存入資料庫」或是「刷卡進行購買」。</a:t>
            </a:r>
            <a:endParaRPr kumimoji="1" lang="en-US" altLang="zh-TW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  <a:p>
            <a:pPr marL="358775" indent="-358775">
              <a:buFont typeface="Arial" panose="020B0604020202020204" pitchFamily="34" charset="0"/>
              <a:buChar char="•"/>
            </a:pPr>
            <a:r>
              <a:rPr kumimoji="1" lang="zh-TW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這些在「伺服器」上進行的動作，必須有一個後台處理，這個後台的設計，就是使用「後端語言」</a:t>
            </a:r>
            <a:endParaRPr kumimoji="1" lang="en-US" altLang="zh-TW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</p:txBody>
      </p:sp>
    </p:spTree>
    <p:extLst>
      <p:ext uri="{BB962C8B-B14F-4D97-AF65-F5344CB8AC3E}">
        <p14:creationId xmlns:p14="http://schemas.microsoft.com/office/powerpoint/2010/main" val="558760326"/>
      </p:ext>
    </p:extLst>
  </p:cSld>
  <p:clrMapOvr>
    <a:masterClrMapping/>
  </p:clrMapOvr>
  <p:transition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版面配置區 2"/>
          <p:cNvSpPr txBox="1">
            <a:spLocks/>
          </p:cNvSpPr>
          <p:nvPr/>
        </p:nvSpPr>
        <p:spPr>
          <a:xfrm>
            <a:off x="2362200" y="228600"/>
            <a:ext cx="5867400" cy="990600"/>
          </a:xfrm>
          <a:prstGeom prst="rect">
            <a:avLst/>
          </a:prstGeom>
        </p:spPr>
        <p:txBody>
          <a:bodyPr tIns="91440" bIns="91440" anchor="b" anchorCtr="0">
            <a:no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4800" b="1" i="0" u="none" strike="noStrike" kern="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前端和後端語言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1C536CB5-3C58-6CF1-767E-952B76F12DEE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0B520B05-2240-4566-BE2A-9338980FE8EB}" type="datetime1">
              <a:rPr kumimoji="0" lang="en-US" altLang="zh-TW" sz="1200" smtClean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3/26/2026</a:t>
            </a:fld>
            <a:endParaRPr kumimoji="0"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DA316F56-AF12-D872-611F-78AE7ACCBF9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en-US" sz="1200" smtClean="0">
                <a:solidFill>
                  <a:schemeClr val="tx2"/>
                </a:solidFill>
              </a:rPr>
              <a:pPr algn="r"/>
              <a:t>40</a:t>
            </a:fld>
            <a:endParaRPr kumimoji="0" lang="en-US" dirty="0"/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54D51629-6478-40B0-266D-C39EAC81C327}"/>
              </a:ext>
            </a:extLst>
          </p:cNvPr>
          <p:cNvSpPr txBox="1"/>
          <p:nvPr/>
        </p:nvSpPr>
        <p:spPr>
          <a:xfrm>
            <a:off x="533400" y="1447800"/>
            <a:ext cx="8305800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58775" indent="-358775">
              <a:buFont typeface="Arial" panose="020B0604020202020204" pitchFamily="34" charset="0"/>
              <a:buChar char="•"/>
            </a:pPr>
            <a:r>
              <a:rPr kumimoji="1" lang="zh-TW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後端語言可為通用語言，如</a:t>
            </a:r>
            <a:r>
              <a:rPr kumimoji="1" lang="en-US" altLang="zh-TW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Java</a:t>
            </a:r>
            <a:r>
              <a:rPr kumimoji="1" lang="zh-TW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、</a:t>
            </a:r>
            <a:r>
              <a:rPr kumimoji="1" lang="en-US" altLang="zh-TW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C#</a:t>
            </a:r>
            <a:r>
              <a:rPr kumimoji="1" lang="zh-TW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、</a:t>
            </a:r>
            <a:r>
              <a:rPr kumimoji="1" lang="en-US" altLang="zh-TW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Python</a:t>
            </a:r>
            <a:r>
              <a:rPr kumimoji="1" lang="zh-TW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等。</a:t>
            </a:r>
            <a:endParaRPr kumimoji="1" lang="en-US" altLang="zh-TW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  <a:p>
            <a:pPr marL="358775" indent="-358775">
              <a:buFont typeface="Arial" panose="020B0604020202020204" pitchFamily="34" charset="0"/>
              <a:buChar char="•"/>
            </a:pPr>
            <a:r>
              <a:rPr kumimoji="1" lang="zh-TW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也有專門用來作為後端的語言如</a:t>
            </a:r>
            <a:r>
              <a:rPr kumimoji="1" lang="en-US" altLang="zh-TW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PHP</a:t>
            </a:r>
          </a:p>
          <a:p>
            <a:pPr marL="358775" indent="-358775">
              <a:buFont typeface="Arial" panose="020B0604020202020204" pitchFamily="34" charset="0"/>
              <a:buChar char="•"/>
            </a:pPr>
            <a:r>
              <a:rPr kumimoji="1" lang="zh-TW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通用語言對於處理</a:t>
            </a:r>
            <a:r>
              <a:rPr kumimoji="1" lang="en-US" altLang="zh-TW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HTTP/HTTPS</a:t>
            </a:r>
            <a:r>
              <a:rPr kumimoji="1" lang="zh-TW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的事務必須重新撰寫類別，非常麻煩</a:t>
            </a:r>
            <a:endParaRPr kumimoji="1" lang="en-US" altLang="zh-TW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  <a:p>
            <a:pPr marL="358775" indent="-358775">
              <a:buFont typeface="Arial" panose="020B0604020202020204" pitchFamily="34" charset="0"/>
              <a:buChar char="•"/>
            </a:pPr>
            <a:r>
              <a:rPr kumimoji="1" lang="zh-TW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開發出用不同後端語言的</a:t>
            </a:r>
            <a:r>
              <a:rPr kumimoji="1" lang="en-US" altLang="zh-TW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HTTP/HTTPS</a:t>
            </a:r>
            <a:r>
              <a:rPr kumimoji="1" lang="zh-TW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專門的類別，稱為「</a:t>
            </a:r>
            <a:r>
              <a:rPr kumimoji="1" lang="en-US" altLang="zh-TW" sz="32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Web</a:t>
            </a:r>
            <a:r>
              <a:rPr kumimoji="1" lang="zh-TW" altLang="en-US" sz="32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框架</a:t>
            </a:r>
            <a:r>
              <a:rPr kumimoji="1" lang="zh-TW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」</a:t>
            </a:r>
            <a:endParaRPr kumimoji="1" lang="en-US" altLang="zh-TW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  <a:p>
            <a:pPr marL="358775" indent="-358775">
              <a:buFont typeface="Arial" panose="020B0604020202020204" pitchFamily="34" charset="0"/>
              <a:buChar char="•"/>
            </a:pPr>
            <a:r>
              <a:rPr kumimoji="1" lang="en-US" altLang="zh-TW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Flask</a:t>
            </a:r>
            <a:r>
              <a:rPr kumimoji="1" lang="zh-TW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就是針對</a:t>
            </a:r>
            <a:r>
              <a:rPr kumimoji="1" lang="en-US" altLang="zh-TW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Python</a:t>
            </a:r>
            <a:r>
              <a:rPr kumimoji="1" lang="zh-TW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開發的</a:t>
            </a:r>
            <a:r>
              <a:rPr kumimoji="1" lang="en-US" altLang="zh-TW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Web</a:t>
            </a:r>
            <a:r>
              <a:rPr kumimoji="1" lang="zh-TW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框架</a:t>
            </a:r>
            <a:endParaRPr kumimoji="1" lang="en-US" altLang="zh-TW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</p:txBody>
      </p:sp>
    </p:spTree>
    <p:extLst>
      <p:ext uri="{BB962C8B-B14F-4D97-AF65-F5344CB8AC3E}">
        <p14:creationId xmlns:p14="http://schemas.microsoft.com/office/powerpoint/2010/main" val="2558907891"/>
      </p:ext>
    </p:extLst>
  </p:cSld>
  <p:clrMapOvr>
    <a:masterClrMapping/>
  </p:clrMapOvr>
  <p:transition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版面配置區 2"/>
          <p:cNvSpPr txBox="1">
            <a:spLocks/>
          </p:cNvSpPr>
          <p:nvPr/>
        </p:nvSpPr>
        <p:spPr>
          <a:xfrm>
            <a:off x="3310053" y="150541"/>
            <a:ext cx="2934629" cy="990600"/>
          </a:xfrm>
          <a:prstGeom prst="rect">
            <a:avLst/>
          </a:prstGeom>
        </p:spPr>
        <p:txBody>
          <a:bodyPr tIns="91440" bIns="91440" anchor="b" anchorCtr="0">
            <a:no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4800" b="1" i="0" u="none" strike="noStrike" kern="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Flask</a:t>
            </a:r>
            <a:r>
              <a:rPr kumimoji="0" lang="zh-TW" altLang="en-US" sz="4800" b="1" i="0" u="none" strike="noStrike" kern="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介紹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1C536CB5-3C58-6CF1-767E-952B76F12DEE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0B520B05-2240-4566-BE2A-9338980FE8EB}" type="datetime1">
              <a:rPr kumimoji="0" lang="en-US" altLang="zh-TW" sz="1200" smtClean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3/26/2026</a:t>
            </a:fld>
            <a:endParaRPr kumimoji="0"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DA316F56-AF12-D872-611F-78AE7ACCBF9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en-US" sz="1200" smtClean="0">
                <a:solidFill>
                  <a:schemeClr val="tx2"/>
                </a:solidFill>
              </a:rPr>
              <a:pPr algn="r"/>
              <a:t>41</a:t>
            </a:fld>
            <a:endParaRPr kumimoji="0" lang="en-US" dirty="0"/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54D51629-6478-40B0-266D-C39EAC81C327}"/>
              </a:ext>
            </a:extLst>
          </p:cNvPr>
          <p:cNvSpPr txBox="1"/>
          <p:nvPr/>
        </p:nvSpPr>
        <p:spPr>
          <a:xfrm>
            <a:off x="533400" y="1447800"/>
            <a:ext cx="8305800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58775" indent="-358775">
              <a:buFont typeface="Arial" panose="020B0604020202020204" pitchFamily="34" charset="0"/>
              <a:buChar char="•"/>
            </a:pPr>
            <a:r>
              <a:rPr kumimoji="1" lang="en-US" altLang="zh-TW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Flask </a:t>
            </a:r>
            <a:r>
              <a:rPr kumimoji="1" lang="zh-TW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是一個使用 </a:t>
            </a:r>
            <a:r>
              <a:rPr kumimoji="1" lang="en-US" altLang="zh-TW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Python </a:t>
            </a:r>
            <a:r>
              <a:rPr kumimoji="1" lang="zh-TW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語言編寫的輕量級網頁應用框架</a:t>
            </a:r>
            <a:endParaRPr kumimoji="1" lang="en-US" altLang="zh-TW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  <a:p>
            <a:pPr marL="358775" indent="-358775">
              <a:buFont typeface="Arial" panose="020B0604020202020204" pitchFamily="34" charset="0"/>
              <a:buChar char="•"/>
            </a:pPr>
            <a:r>
              <a:rPr kumimoji="1" lang="zh-TW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主要用於開發後端服務和 </a:t>
            </a:r>
            <a:r>
              <a:rPr kumimoji="1" lang="en-US" altLang="zh-TW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API</a:t>
            </a:r>
          </a:p>
          <a:p>
            <a:pPr marL="358775" indent="-358775">
              <a:buFont typeface="Arial" panose="020B0604020202020204" pitchFamily="34" charset="0"/>
              <a:buChar char="•"/>
            </a:pPr>
            <a:r>
              <a:rPr kumimoji="1" lang="zh-TW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提供了簡單易用的工具和功能</a:t>
            </a:r>
            <a:endParaRPr kumimoji="1" lang="en-US" altLang="zh-TW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  <a:p>
            <a:pPr marL="358775" indent="-358775">
              <a:buFont typeface="Arial" panose="020B0604020202020204" pitchFamily="34" charset="0"/>
              <a:buChar char="•"/>
            </a:pPr>
            <a:r>
              <a:rPr kumimoji="1" lang="zh-TW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開發者能快速構建網頁應用和 </a:t>
            </a:r>
            <a:r>
              <a:rPr kumimoji="1" lang="en-US" altLang="zh-TW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RESTful API</a:t>
            </a:r>
          </a:p>
          <a:p>
            <a:pPr marL="358775" indent="-358775">
              <a:buFont typeface="Arial" panose="020B0604020202020204" pitchFamily="34" charset="0"/>
              <a:buChar char="•"/>
            </a:pPr>
            <a:r>
              <a:rPr kumimoji="1" lang="en-US" altLang="zh-TW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Flask </a:t>
            </a:r>
            <a:r>
              <a:rPr kumimoji="1" lang="zh-TW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的設計哲學是“微框架”</a:t>
            </a:r>
            <a:endParaRPr kumimoji="1" lang="en-US" altLang="zh-TW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  <a:p>
            <a:pPr marL="358775" indent="-358775">
              <a:buFont typeface="Arial" panose="020B0604020202020204" pitchFamily="34" charset="0"/>
              <a:buChar char="•"/>
            </a:pPr>
            <a:r>
              <a:rPr kumimoji="1" lang="zh-TW" altLang="en-US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Heiti TC Light"/>
              </a:rPr>
              <a:t>只提供基本的功能，開發者可以根據需求選擇和添加第三方擴展。</a:t>
            </a:r>
            <a:endParaRPr kumimoji="1" lang="en-US" altLang="zh-TW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Heiti TC Light"/>
            </a:endParaRPr>
          </a:p>
        </p:txBody>
      </p:sp>
    </p:spTree>
    <p:extLst>
      <p:ext uri="{BB962C8B-B14F-4D97-AF65-F5344CB8AC3E}">
        <p14:creationId xmlns:p14="http://schemas.microsoft.com/office/powerpoint/2010/main" val="3851388130"/>
      </p:ext>
    </p:extLst>
  </p:cSld>
  <p:clrMapOvr>
    <a:masterClrMapping/>
  </p:clrMapOvr>
  <p:transition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F94AB573-6213-A7D4-D3D8-2F1CE8276B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29" y="1617160"/>
            <a:ext cx="8811020" cy="35347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4994735"/>
      </p:ext>
    </p:extLst>
  </p:cSld>
  <p:clrMapOvr>
    <a:masterClrMapping/>
  </p:clrMapOvr>
  <p:transition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D413C6FF-8909-FA32-A3DB-ECB1694E9B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146" y="1026308"/>
            <a:ext cx="8753707" cy="4644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4864552"/>
      </p:ext>
    </p:extLst>
  </p:cSld>
  <p:clrMapOvr>
    <a:masterClrMapping/>
  </p:clrMapOvr>
  <p:transition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EB519A87-2C67-90BB-00A4-5BC68FA43D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66184"/>
            <a:ext cx="9144000" cy="4525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2069578"/>
      </p:ext>
    </p:extLst>
  </p:cSld>
  <p:clrMapOvr>
    <a:masterClrMapping/>
  </p:clrMapOvr>
  <p:transition>
    <p:fade/>
  </p:transition>
</p:sld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古典相簿">
  <a:themeElements>
    <a:clrScheme name="Technic">
      <a:dk1>
        <a:sysClr val="windowText" lastClr="000000"/>
      </a:dk1>
      <a:lt1>
        <a:sysClr val="window" lastClr="FFFFFF"/>
      </a:lt1>
      <a:dk2>
        <a:srgbClr val="3B3B3B"/>
      </a:dk2>
      <a:lt2>
        <a:srgbClr val="D4D2D0"/>
      </a:lt2>
      <a:accent1>
        <a:srgbClr val="6EA0B0"/>
      </a:accent1>
      <a:accent2>
        <a:srgbClr val="CCAF0A"/>
      </a:accent2>
      <a:accent3>
        <a:srgbClr val="8D89A4"/>
      </a:accent3>
      <a:accent4>
        <a:srgbClr val="748560"/>
      </a:accent4>
      <a:accent5>
        <a:srgbClr val="9E9273"/>
      </a:accent5>
      <a:accent6>
        <a:srgbClr val="7E848D"/>
      </a:accent6>
      <a:hlink>
        <a:srgbClr val="00C8C3"/>
      </a:hlink>
      <a:folHlink>
        <a:srgbClr val="A116E0"/>
      </a:folHlink>
    </a:clrScheme>
    <a:fontScheme name="Oriel">
      <a:majorFont>
        <a:latin typeface="Century Schoolbook"/>
        <a:ea typeface=""/>
        <a:cs typeface=""/>
        <a:font script="Jpan" typeface="ＭＳ Ｐ明朝"/>
        <a:font script="Hang" typeface="휴먼매직체"/>
        <a:font script="Hans" typeface="华文楷体"/>
        <a:font script="Hant" typeface="新細明體"/>
        <a:font script="Arab" typeface="Times New Roman"/>
        <a:font script="Hebr" typeface="Times New Roman"/>
        <a:font script="Thai" typeface="Kodchiang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entury Schoolbook"/>
        <a:ea typeface=""/>
        <a:cs typeface=""/>
        <a:font script="Jpan" typeface="ＭＳ Ｐ明朝"/>
        <a:font script="Hang" typeface="휴먼매직체"/>
        <a:font script="Hans" typeface="宋体"/>
        <a:font script="Hant" typeface="新細明體"/>
        <a:font script="Arab" typeface="Times New Roman"/>
        <a:font script="Hebr" typeface="Times New Roman"/>
        <a:font script="Thai" typeface="Kodchiang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Trek">
      <a:fillStyleLst>
        <a:solidFill>
          <a:schemeClr val="phClr"/>
        </a:solidFill>
        <a:gradFill rotWithShape="1">
          <a:gsLst>
            <a:gs pos="0">
              <a:schemeClr val="phClr">
                <a:tint val="30000"/>
                <a:satMod val="250000"/>
              </a:schemeClr>
            </a:gs>
            <a:gs pos="72000">
              <a:schemeClr val="phClr">
                <a:tint val="75000"/>
                <a:satMod val="210000"/>
              </a:schemeClr>
            </a:gs>
            <a:gs pos="100000">
              <a:schemeClr val="phClr">
                <a:tint val="85000"/>
                <a:satMod val="210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75000"/>
                <a:shade val="85000"/>
                <a:satMod val="230000"/>
              </a:schemeClr>
            </a:gs>
            <a:gs pos="25000">
              <a:schemeClr val="phClr">
                <a:tint val="90000"/>
                <a:shade val="70000"/>
                <a:satMod val="220000"/>
              </a:schemeClr>
            </a:gs>
            <a:gs pos="50000">
              <a:schemeClr val="phClr">
                <a:tint val="90000"/>
                <a:shade val="58000"/>
                <a:satMod val="225000"/>
              </a:schemeClr>
            </a:gs>
            <a:gs pos="65000">
              <a:schemeClr val="phClr">
                <a:tint val="90000"/>
                <a:shade val="58000"/>
                <a:satMod val="225000"/>
              </a:schemeClr>
            </a:gs>
            <a:gs pos="80000">
              <a:schemeClr val="phClr">
                <a:tint val="90000"/>
                <a:shade val="69000"/>
                <a:satMod val="220000"/>
              </a:schemeClr>
            </a:gs>
            <a:gs pos="100000">
              <a:schemeClr val="phClr">
                <a:tint val="77000"/>
                <a:shade val="80000"/>
                <a:satMod val="230000"/>
              </a:schemeClr>
            </a:gs>
          </a:gsLst>
          <a:lin ang="5400000" scaled="1"/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76200" dist="50800" dir="5400000" rotWithShape="0">
              <a:srgbClr val="4E3B30">
                <a:alpha val="60000"/>
              </a:srgbClr>
            </a:outerShdw>
          </a:effectLst>
        </a:effectStyle>
        <a:effectStyle>
          <a:effectLst>
            <a:outerShdw blurRad="76200" dist="50800" dir="5400000" rotWithShape="0">
              <a:srgbClr val="4E3B3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0"/>
            </a:lightRig>
          </a:scene3d>
          <a:sp3d prstMaterial="metal">
            <a:bevelT w="10000" h="10000"/>
          </a:sp3d>
        </a:effectStyle>
        <a:effectStyle>
          <a:effectLst>
            <a:outerShdw blurRad="76200" dist="50800" dir="5400000" rotWithShape="0">
              <a:srgbClr val="4E3B30">
                <a:alpha val="60000"/>
              </a:srgbClr>
            </a:outerShdw>
          </a:effectLst>
          <a:scene3d>
            <a:camera prst="obliqueTopLeft" fov="600000">
              <a:rot lat="0" lon="0" rev="0"/>
            </a:camera>
            <a:lightRig rig="balanced" dir="t">
              <a:rot lat="0" lon="0" rev="19200000"/>
            </a:lightRig>
          </a:scene3d>
          <a:sp3d contourW="12700" prstMaterial="matte">
            <a:bevelT w="60000" h="50800"/>
            <a:contourClr>
              <a:schemeClr val="phClr">
                <a:shade val="60000"/>
                <a:satMod val="11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55000"/>
                <a:satMod val="300000"/>
              </a:schemeClr>
            </a:gs>
            <a:gs pos="40000">
              <a:schemeClr val="phClr">
                <a:tint val="65000"/>
                <a:satMod val="300000"/>
              </a:schemeClr>
            </a:gs>
            <a:gs pos="100000">
              <a:schemeClr val="phClr">
                <a:shade val="70000"/>
                <a:satMod val="350000"/>
              </a:schemeClr>
            </a:gs>
          </a:gsLst>
          <a:path path="circle">
            <a:fillToRect l="51000" t="-20000" r="200000" b="100000"/>
          </a:path>
        </a:gradFill>
        <a:blipFill>
          <a:blip xmlns:r="http://schemas.openxmlformats.org/officeDocument/2006/relationships" r:embed="rId1">
            <a:duotone>
              <a:schemeClr val="phClr">
                <a:shade val="25000"/>
                <a:satMod val="350000"/>
              </a:schemeClr>
              <a:schemeClr val="phClr">
                <a:tint val="83000"/>
                <a:satMod val="115000"/>
              </a:schemeClr>
            </a:duotone>
          </a:blip>
          <a:tile tx="0" ty="0" sx="120000" sy="120000" flip="xy" algn="t"/>
        </a:blip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