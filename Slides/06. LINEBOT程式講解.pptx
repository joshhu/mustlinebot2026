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681" r:id="rId3"/>
    <p:sldId id="1189" r:id="rId4"/>
    <p:sldId id="1275" r:id="rId5"/>
    <p:sldId id="1472" r:id="rId6"/>
    <p:sldId id="1366" r:id="rId7"/>
    <p:sldId id="1473" r:id="rId8"/>
    <p:sldId id="1474" r:id="rId9"/>
    <p:sldId id="1478" r:id="rId10"/>
    <p:sldId id="1479" r:id="rId11"/>
    <p:sldId id="1480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6" d="100"/>
          <a:sy n="76" d="100"/>
        </p:scale>
        <p:origin x="8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C8E63-1016-4C78-A51D-85D69DBCD8E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F9955-79FE-4880-BF3F-244E954663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9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20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156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466D-B199-60AC-0BB1-CE4C29ED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D35C686-71A3-474F-4818-68A013230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6EB156-801F-D4A0-352B-9146893C2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988037-394C-F4D9-B227-AABDC6BEE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916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E409-5C91-CFE2-8564-1017620F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BE3126A-72FC-8759-15EE-1F6948E83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A5F35F-9089-8042-E79A-18EBDD6FA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C2C92E-DDE4-C1E2-F7E8-8446C5FF6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633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9187-B144-E00B-7930-C3717F71F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C083182-C234-E725-0759-B23A17FE3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64ED337-8A09-E57C-345C-9E29EE10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5C424A-F68D-2BDD-BC19-8F0E9C41C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429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11CC-C980-748A-FFE3-9CDB3095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24DB217-D52B-6D04-24C0-1C3960D39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1F2449-1D9F-F606-2920-0DDAB5B35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7FECFC-1181-7204-7167-E5A4E7599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046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507C-D0A9-7C52-20F3-11A748A6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28EF8C6-EC32-9AF6-E4F5-8894992B9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DB3B4F7-31FD-28E5-33F5-54261A192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93FCF8-29A2-F5B5-68D5-C0E8C3DD76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4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FF638-BF6E-DCDF-65FA-52EDAA29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B493CE5-EA26-57C0-FAEC-7388F02BB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FCF949A-9263-43C7-9DEC-C459A3097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ED81A2-F660-1408-ADE7-2783F2132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14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7CE5-62D5-D84E-04F1-B38136C9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09FA446-CDD4-A4CC-5DDF-B8FCF6233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E11E42-285A-47D9-9F69-92E4647FD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75BDE7-7D3C-F39B-BB58-2CEA25943E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26CD33-4337-4529-948A-94F6960B23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443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C2F65-5F2D-3F7C-9595-4016CEA87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194D1B-375D-9E9F-5A2C-B48F3CC41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2B491-D650-EBE9-4741-86225D41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283D51-E3B6-6E1B-FF94-C3796008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8FDA9B-AEAA-410C-F604-092ABE28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05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207E3-EBC2-334A-205A-BDE8DAAD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06A8FE-CD47-1523-E127-13075478D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F967D5-F557-4ABE-78B6-34F05B06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226E90-8574-0569-59E7-B17EB252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8D0A48-9114-ECA2-DF6F-063E7306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52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9A45A-C02E-2553-C1FF-4B755E6C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F12AC-FE9C-0AEA-6CA0-428BCA245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ECCA9E-E67C-168C-88FD-AD6CB402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C981C8-8D45-0A47-3806-BE0A87C9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6214E5-6E9B-47B5-6DE2-EDD9AFC7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19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D8FF0-8194-9292-03E2-8FD9BFFF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616BE2-05CC-72D7-4C58-2C94608B5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6E1FB0-D7BC-AB03-E115-23E0AB387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C616FF-D57F-BB61-2380-9DD5269C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A70643-1D27-220A-7C87-B347C045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CC4E3-57A1-D244-76EC-C75C6C3DC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25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7C107-5F5A-5745-3B29-19A3E26C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A7CCF-AB7D-8943-8345-8D264A38B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39B061-6BB0-472A-7EA8-2BD58390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70641E-CAE6-718E-5D27-8379B4D2C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F41735-77AE-8771-2BA9-CB5A43574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A02D02-A229-303E-61D3-E64DB0F5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A3038C-EEFF-E4DF-FB45-585E5008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254CE7-7FB6-155F-5444-8C62B87A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432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EB3B1-10B1-93F2-ABE1-3303A4D0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E6DDD-D6B6-2A12-2559-CDD123F4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FD5F7E-798A-CFCA-BD96-0A6EA37B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5BBA7C-3652-3B5A-DE16-03A9EFA9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98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ECA852D-E6F2-E0E5-C7E9-292BBC8C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79070F-2A19-0BF1-9D51-8A39FF1F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DFA248-55D7-09DE-89AC-F410589A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2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22C2C-72AF-40E7-F179-280FBA3A1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D941CF-E894-2AE5-424E-1943A1C43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341979-4284-521D-3E87-0F00453E4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5FFE4D-6197-DCE1-D5BC-D35DA076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57AA09-1AB2-FBC8-4A19-DF5BDB84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84957F-F6AD-73C3-AD63-0CDABC1A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97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F0122-A61F-D4B4-22EB-9978337D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0D876F8-A4BA-59E4-E6BA-31D8AFA07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C92D0E-41CD-ED3A-5CEC-391832488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8945CE-E657-DC86-EA68-28987B7E4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9EE069-5CE3-25BE-FB74-8EED9F7E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BCE9B8-20CE-B862-C2B3-29863AD5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0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AE7DA-51E0-2F96-1AED-FA7BD806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5F76AD-0B13-A767-B706-A93FB0229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3148A8-7837-5FA5-10DB-2BB42682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10CBA1-BEA0-9764-75C8-6EEB54C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0B921F-EDB1-16F5-DEB4-7A1F3847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85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49C6C9C-AB4C-0927-2F61-ED83EB15A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437356-3D65-AD66-E6B2-5FB47A00C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C213D5-39B8-E1A9-1CFD-3EBC5820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5A8FDB-DBD3-52BE-5ABF-79DA2E68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2DCB0B-F231-7D13-9BA3-F0486F26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62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3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745839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602981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7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3461294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5092556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1721745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9" y="609604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5663648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297787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8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77551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3646334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790929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5720087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7072142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3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1170670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2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8" y="1524004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2215604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1479130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2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8127278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5578375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5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0061287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5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2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7331753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4554785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4/16/2026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56021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21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5890A4-F4EB-46CD-3C1F-6CD33D1C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D48A3B-9170-D087-5140-85FCB2871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19AA15-C81B-7795-2EC8-035EF342A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796B-F55F-40BA-947E-19D0318030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D723AE-7934-015B-761D-5008350D8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26B5AF-7297-1BDF-F072-FE240C06B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F32EF-DDCB-4FE9-B31D-868708C714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12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4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4/16/2026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4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2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891" indent="-342891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51308" y="2921168"/>
            <a:ext cx="8241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05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：</a:t>
            </a:r>
            <a:r>
              <a:rPr kumimoji="1" lang="en-US" altLang="zh-TW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LINE Bot</a:t>
            </a:r>
            <a:r>
              <a:rPr kumimoji="1" lang="zh-TW" altLang="en-US" sz="6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程式</a:t>
            </a:r>
            <a:endParaRPr kumimoji="1" lang="en-US" altLang="zh-TW" sz="6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2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3-4</a:t>
            </a:r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地點：明新科大資管系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3420" y="1841244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了解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+mj-lt"/>
              <a:buAutoNum type="arabicPeriod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讓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支援不同資料種類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869731" y="304800"/>
            <a:ext cx="5724577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程式說明</a:t>
            </a:r>
            <a:endParaRPr kumimoji="1" lang="en-US" altLang="zh-TW" sz="4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6475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了解</a:t>
            </a:r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Google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的</a:t>
            </a:r>
            <a:r>
              <a:rPr kumimoji="1" lang="en-US" altLang="zh-TW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AI</a:t>
            </a:r>
            <a:r>
              <a:rPr kumimoji="1" lang="zh-TW" alt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54925260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5A7BB-AAD9-2E03-8151-CA5080CB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45C22CB-919B-3F45-E1A1-D50EB2550301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什麼是生成式</a:t>
            </a:r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AI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64194466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00D41-D98B-47D9-2B95-70FEF897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3E63DF96-D5BE-7DDA-BB51-38E7615B9D41}"/>
              </a:ext>
            </a:extLst>
          </p:cNvPr>
          <p:cNvSpPr txBox="1"/>
          <p:nvPr/>
        </p:nvSpPr>
        <p:spPr>
          <a:xfrm>
            <a:off x="361320" y="1463047"/>
            <a:ext cx="84998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出來之前，大部分的文字、圖片，影片、音訊，都是人類產生的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是一種生成式模型，原理就是你輸入一段文字，他</a:t>
            </a:r>
            <a:r>
              <a:rPr kumimoji="1" lang="zh-TW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生成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一個內容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2022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年之後，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90%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以上的資料都是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生成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使用的方式就是一個大型模型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只生成文字，稱為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LLM(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大型語言模型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生成圖片、影片，音訊，稱為多模態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(Multimodal)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C6A1DFE-1A8B-7973-F9EE-B87937665A81}"/>
              </a:ext>
            </a:extLst>
          </p:cNvPr>
          <p:cNvSpPr txBox="1">
            <a:spLocks/>
          </p:cNvSpPr>
          <p:nvPr/>
        </p:nvSpPr>
        <p:spPr>
          <a:xfrm>
            <a:off x="1653972" y="237552"/>
            <a:ext cx="591457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什麼是生成式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26465073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DE6A-1C61-9245-5315-F3BB5449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4A98159-EA63-96AF-8FCB-7E5251BEC495}"/>
              </a:ext>
            </a:extLst>
          </p:cNvPr>
          <p:cNvSpPr txBox="1"/>
          <p:nvPr/>
        </p:nvSpPr>
        <p:spPr>
          <a:xfrm>
            <a:off x="361320" y="1463047"/>
            <a:ext cx="84998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目前市場上領先的模型多為閉源模型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閉源模型通常都要收費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模型的能力大致上以參數數量來決定，數量越大模型能力越強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的背後就是不同的模型來生成，如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GPT-4o(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多模態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、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GPT-3.5(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純文字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)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的生成式模型稱為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Gemini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系列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33045F62-58EC-5C4C-E6EB-4852F7CADD78}"/>
              </a:ext>
            </a:extLst>
          </p:cNvPr>
          <p:cNvSpPr txBox="1">
            <a:spLocks/>
          </p:cNvSpPr>
          <p:nvPr/>
        </p:nvSpPr>
        <p:spPr>
          <a:xfrm>
            <a:off x="1653972" y="237552"/>
            <a:ext cx="591457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什麼是生成式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4660095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9D30-F117-A011-D08B-5B9DAD51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71E9050-4E41-8714-CCA4-EF58DCB4DB57}"/>
              </a:ext>
            </a:extLst>
          </p:cNvPr>
          <p:cNvSpPr txBox="1"/>
          <p:nvPr/>
        </p:nvSpPr>
        <p:spPr>
          <a:xfrm>
            <a:off x="361320" y="1463047"/>
            <a:ext cx="84998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就是一個依靠生成式模型的應用程式，主要是提供聊天式對話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可以不透過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介面，直接用程式語言的方式讓模型產生結果，必須使用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大部分的生成式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產品都提供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本次課程以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Gemini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為主，使用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讓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處理各種資訊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2336F7FB-5DEE-5D7B-7162-3E5FB963DD9E}"/>
              </a:ext>
            </a:extLst>
          </p:cNvPr>
          <p:cNvSpPr txBox="1">
            <a:spLocks/>
          </p:cNvSpPr>
          <p:nvPr/>
        </p:nvSpPr>
        <p:spPr>
          <a:xfrm>
            <a:off x="1653972" y="237552"/>
            <a:ext cx="5914572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什麼是生成式</a:t>
            </a: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44358750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F0C6-9762-2AD0-DCC2-DFC64D7D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767E329-352E-C746-86B2-23CE91737E8E}"/>
              </a:ext>
            </a:extLst>
          </p:cNvPr>
          <p:cNvSpPr txBox="1"/>
          <p:nvPr/>
        </p:nvSpPr>
        <p:spPr>
          <a:xfrm>
            <a:off x="783076" y="3013501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Google Gemini</a:t>
            </a:r>
            <a:r>
              <a:rPr kumimoji="1" lang="zh-TW" altLang="en-US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系列</a:t>
            </a:r>
          </a:p>
        </p:txBody>
      </p:sp>
    </p:spTree>
    <p:extLst>
      <p:ext uri="{BB962C8B-B14F-4D97-AF65-F5344CB8AC3E}">
        <p14:creationId xmlns:p14="http://schemas.microsoft.com/office/powerpoint/2010/main" val="232885686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0D9A2-F143-8399-8CDB-FDAA17FB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8161B37-ADB0-A69C-B700-6552A5E4FF78}"/>
              </a:ext>
            </a:extLst>
          </p:cNvPr>
          <p:cNvSpPr txBox="1"/>
          <p:nvPr/>
        </p:nvSpPr>
        <p:spPr>
          <a:xfrm>
            <a:off x="361320" y="1463047"/>
            <a:ext cx="84998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ChatGPT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就是一個依靠生成式模型的應用程式，主要是提供聊天式對話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可以不透過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Chat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介面，直接用程式語言的方式讓模型產生結果，必須使用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大部分的生成式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產品都提供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本次課程以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Google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的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Gemini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為主，使用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API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讓</a:t>
            </a: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LINE Bot</a:t>
            </a:r>
            <a:r>
              <a:rPr kumimoji="1" lang="zh-TW" altLang="en-US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處理各種資訊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5E90DC2-7D03-1345-6CB2-352C9040FDE9}"/>
              </a:ext>
            </a:extLst>
          </p:cNvPr>
          <p:cNvSpPr txBox="1">
            <a:spLocks/>
          </p:cNvSpPr>
          <p:nvPr/>
        </p:nvSpPr>
        <p:spPr>
          <a:xfrm>
            <a:off x="2118429" y="186752"/>
            <a:ext cx="463071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Gemini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170943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40C80-ADBC-6E5A-EA1D-ED96CB3D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2BD8F3D-6F6C-8173-BC34-72CF28D6DF01}"/>
              </a:ext>
            </a:extLst>
          </p:cNvPr>
          <p:cNvSpPr txBox="1"/>
          <p:nvPr/>
        </p:nvSpPr>
        <p:spPr>
          <a:xfrm>
            <a:off x="361320" y="1463047"/>
            <a:ext cx="849987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reply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system_prompt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multiturn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with_logs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with_search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gemini</a:t>
            </a:r>
            <a:endParaRPr kumimoji="1" lang="en-US" altLang="zh-TW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gpt4</a:t>
            </a:r>
          </a:p>
          <a:p>
            <a:pPr marL="514338" indent="-514338">
              <a:buFont typeface="Arial" panose="020B0604020202020204" pitchFamily="34" charset="0"/>
              <a:buChar char="•"/>
            </a:pPr>
            <a:r>
              <a:rPr kumimoji="1" lang="en-US" altLang="zh-TW" sz="32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Heiti TC Light"/>
              </a:rPr>
              <a:t>example01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FFD327BC-2BF9-7ED5-8D8E-72ABD801FCCF}"/>
              </a:ext>
            </a:extLst>
          </p:cNvPr>
          <p:cNvSpPr txBox="1">
            <a:spLocks/>
          </p:cNvSpPr>
          <p:nvPr/>
        </p:nvSpPr>
        <p:spPr>
          <a:xfrm>
            <a:off x="2118429" y="186752"/>
            <a:ext cx="4630714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n-US" altLang="zh-TW" sz="4800" b="1" kern="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Gemini</a:t>
            </a:r>
            <a:endParaRPr lang="zh-TW" altLang="en-US" sz="4800" b="1" kern="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72397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如螢幕大小 (4:3)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微軟正黑體</vt:lpstr>
      <vt:lpstr>新細明體</vt:lpstr>
      <vt:lpstr>Arial</vt:lpstr>
      <vt:lpstr>Calibri</vt:lpstr>
      <vt:lpstr>Calibri Light</vt:lpstr>
      <vt:lpstr>Office 佈景主題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joshhu</dc:creator>
  <cp:lastModifiedBy>joshhu</cp:lastModifiedBy>
  <cp:revision>1</cp:revision>
  <dcterms:modified xsi:type="dcterms:W3CDTF">2026-04-16T14:09:54Z</dcterms:modified>
</cp:coreProperties>
</file>