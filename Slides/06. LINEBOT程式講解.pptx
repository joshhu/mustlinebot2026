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6"/>
  </p:notesMasterIdLst>
  <p:sldIdLst>
    <p:sldId id="681" r:id="rId3"/>
    <p:sldId id="1189" r:id="rId4"/>
    <p:sldId id="1275" r:id="rId5"/>
    <p:sldId id="1472" r:id="rId6"/>
    <p:sldId id="1366" r:id="rId7"/>
    <p:sldId id="1473" r:id="rId8"/>
    <p:sldId id="1474" r:id="rId9"/>
    <p:sldId id="1475" r:id="rId10"/>
    <p:sldId id="1476" r:id="rId11"/>
    <p:sldId id="1477" r:id="rId12"/>
    <p:sldId id="1478" r:id="rId13"/>
    <p:sldId id="1479" r:id="rId14"/>
    <p:sldId id="1480" r:id="rId15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CC8E63-1016-4C78-A51D-85D69DBCD8E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2F9955-79FE-4880-BF3F-244E954663B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899661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07933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12083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51564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C466D-B199-60AC-0BB1-CE4C29ED6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7D35C686-71A3-474F-4818-68A013230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A6EB156-801F-D4A0-352B-9146893C2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988037-394C-F4D9-B227-AABDC6BEEA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39164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AE409-5C91-CFE2-8564-1017620F6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DBE3126A-72FC-8759-15EE-1F6948E83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3A5F35F-9089-8042-E79A-18EBDD6FA9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2C2C92E-DDE4-C1E2-F7E8-8446C5FF63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76336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A9187-B144-E00B-7930-C3717F71F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6C083182-C234-E725-0759-B23A17FE3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64ED337-8A09-E57C-345C-9E29EE1075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5C424A-F68D-2BDD-BC19-8F0E9C41CB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34292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B11CC-C980-748A-FFE3-9CDB30959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624DB217-D52B-6D04-24C0-1C3960D392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01F2449-1D9F-F606-2920-0DDAB5B35B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07FECFC-1181-7204-7167-E5A4E75992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40465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A507C-D0A9-7C52-20F3-11A748A64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828EF8C6-EC32-9AF6-E4F5-8894992B9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DB3B4F7-31FD-28E5-33F5-54261A1924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393FCF8-29A2-F5B5-68D5-C0E8C3DD76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14109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FF638-BF6E-DCDF-65FA-52EDAA293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CB493CE5-EA26-57C0-FAEC-7388F02BB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FCF949A-9263-43C7-9DEC-C459A3097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ED81A2-F660-1408-ADE7-2783F21321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78145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B7CE5-62D5-D84E-04F1-B38136C95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909FA446-CDD4-A4CC-5DDF-B8FCF62334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4E11E42-285A-47D9-9F69-92E4647FDF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C75BDE7-7D3C-F39B-BB58-2CEA25943E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5443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EC2F65-5F2D-3F7C-9595-4016CEA87D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E194D1B-375D-9E9F-5A2C-B48F3CC417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C72B491-D650-EBE9-4741-86225D41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3283D51-E3B6-6E1B-FF94-C3796008C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28FDA9B-AEAA-410C-F604-092ABE28B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36055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B207E3-EBC2-334A-205A-BDE8DAADF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706A8FE-CD47-1523-E127-13075478D1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BF967D5-F557-4ABE-78B6-34F05B06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C226E90-8574-0569-59E7-B17EB2528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F8D0A48-9114-ECA2-DF6F-063E73060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8527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49A45A-C02E-2553-C1FF-4B755E6C6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F3F12AC-FE9C-0AEA-6CA0-428BCA245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6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4ECCA9E-E67C-168C-88FD-AD6CB4023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4C981C8-8D45-0A47-3806-BE0A87C91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A6214E5-6E9B-47B5-6DE2-EDD9AFC7B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5193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C4D8FF0-8194-9292-03E2-8FD9BFFF5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616BE2-05CC-72D7-4C58-2C94608B52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36E1FB0-D7BC-AB03-E115-23E0AB387B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5C616FF-D57F-BB61-2380-9DD5269C1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8A70643-1D27-220A-7C87-B347C045D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AFCC4E3-57A1-D244-76EC-C75C6C3DC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8254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67C107-5F5A-5745-3B29-19A3E26CB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8"/>
            <a:ext cx="78867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F0A7CCF-AB7D-8943-8345-8D264A38BF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F39B061-6BB0-472A-7EA8-2BD5839024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270641E-CAE6-718E-5D27-8379B4D2C1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1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5F41735-77AE-8771-2BA9-CB5A435741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1" y="2505075"/>
            <a:ext cx="3887391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3A02D02-A229-303E-61D3-E64DB0F5D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CA3038C-EEFF-E4DF-FB45-585E5008D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3254CE7-7FB6-155F-5444-8C62B87AD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74323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2EB3B1-10B1-93F2-ABE1-3303A4D0E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8DE6DDD-D6B6-2A12-2559-CDD123F4E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3FD5F7E-798A-CFCA-BD96-0A6EA37BB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65BBA7C-3652-3B5A-DE16-03A9EFA96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45987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ECA852D-E6F2-E0E5-C7E9-292BBC8C7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EB79070F-2A19-0BF1-9D51-8A39FF1F9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DDFA248-55D7-09DE-89AC-F410589A4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7269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C22C2C-72AF-40E7-F179-280FBA3A1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BD941CF-E894-2AE5-424E-1943A1C43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4341979-4284-521D-3E87-0F00453E41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05FFE4D-6197-DCE1-D5BC-D35DA076E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B57AA09-1AB2-FBC8-4A19-DF5BDB84B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C84957F-F6AD-73C3-AD63-0CDABC1A7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3978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1F0122-A61F-D4B4-22EB-9978337DB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0D876F8-A4BA-59E4-E6BA-31D8AFA074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6C92D0E-41CD-ED3A-5CEC-3918324880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E8945CE-E657-DC86-EA68-28987B7E4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19EE069-5CE3-25BE-FB74-8EED9F7ED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0BCE9B8-20CE-B862-C2B3-29863AD56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18001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4AE7DA-51E0-2F96-1AED-FA7BD8065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25F76AD-0B13-A767-B706-A93FB02292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73148A8-7837-5FA5-10DB-2BB426829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610CBA1-BEA0-9764-75C8-6EEB54C9D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B0B921F-EDB1-16F5-DEB4-7A1F38474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18587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49C6C9C-AB4C-0927-2F61-ED83EB15AE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2437356-3D65-AD66-E6B2-5FB47A00C6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800725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9C213D5-39B8-E1A9-1CFD-3EBC5820E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55A8FDB-DBD3-52BE-5ABF-79DA2E684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82DCB0B-F231-7D13-9BA3-F0486F268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86277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lbum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title" hasCustomPrompt="1"/>
          </p:nvPr>
        </p:nvSpPr>
        <p:spPr>
          <a:xfrm>
            <a:off x="228603" y="3962400"/>
            <a:ext cx="8298485" cy="1066800"/>
          </a:xfrm>
        </p:spPr>
        <p:txBody>
          <a:bodyPr bIns="0"/>
          <a:lstStyle>
            <a:lvl1pPr algn="r" eaLnBrk="1" latinLnBrk="0" hangingPunct="1">
              <a:defRPr kumimoji="0" lang="en-US" dirty="0"/>
            </a:lvl1pPr>
            <a:extLst/>
          </a:lstStyle>
          <a:p>
            <a:r>
              <a:rPr kumimoji="0" lang="en-US" dirty="0"/>
              <a:t>Click to add photo album title</a:t>
            </a:r>
          </a:p>
        </p:txBody>
      </p:sp>
      <p:sp>
        <p:nvSpPr>
          <p:cNvPr id="30" name="Rectangle 7"/>
          <p:cNvSpPr>
            <a:spLocks/>
          </p:cNvSpPr>
          <p:nvPr/>
        </p:nvSpPr>
        <p:spPr>
          <a:xfrm>
            <a:off x="453736" y="5181600"/>
            <a:ext cx="8229600" cy="11430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/>
            </a:pPr>
            <a:endParaRPr kumimoji="0" lang="en-US" sz="3200" b="0" i="1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Rectangle 7"/>
          <p:cNvSpPr>
            <a:spLocks noGrp="1"/>
          </p:cNvSpPr>
          <p:nvPr>
            <p:ph type="body" sz="quarter" idx="10" hasCustomPrompt="1"/>
          </p:nvPr>
        </p:nvSpPr>
        <p:spPr>
          <a:xfrm>
            <a:off x="2133600" y="5133975"/>
            <a:ext cx="6386946" cy="1219200"/>
          </a:xfrm>
        </p:spPr>
        <p:txBody>
          <a:bodyPr vert="horz" tIns="0" anchor="t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sz="1800" b="0" i="0" cap="none" spc="0" baseline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zh-TW" altLang="en-US" sz="2400" b="0" i="0" dirty="0">
                <a:solidFill>
                  <a:srgbClr val="000000"/>
                </a:solidFill>
                <a:latin typeface="新細明體"/>
                <a:ea typeface="+mn-ea"/>
                <a:cs typeface="新細明體"/>
              </a:rPr>
              <a:t>按一下以新增日期及其他詳細資料</a:t>
            </a:r>
            <a:endParaRPr kumimoji="0" lang="en-US" dirty="0"/>
          </a:p>
        </p:txBody>
      </p:sp>
      <p:sp>
        <p:nvSpPr>
          <p:cNvPr id="27" name="Rectangle 6"/>
          <p:cNvSpPr>
            <a:spLocks noGrp="1"/>
          </p:cNvSpPr>
          <p:nvPr>
            <p:ph type="pic" sz="quarter" idx="11"/>
          </p:nvPr>
        </p:nvSpPr>
        <p:spPr>
          <a:xfrm>
            <a:off x="6096000" y="1600200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6" name="Rectangle 5"/>
          <p:cNvSpPr/>
          <p:nvPr userDrawn="1"/>
        </p:nvSpPr>
        <p:spPr>
          <a:xfrm>
            <a:off x="176844" y="186904"/>
            <a:ext cx="8763000" cy="6213896"/>
          </a:xfrm>
          <a:prstGeom prst="rect">
            <a:avLst/>
          </a:prstGeom>
          <a:noFill/>
          <a:ln w="9525" cap="rnd" cmpd="sng" algn="ctr">
            <a:solidFill>
              <a:schemeClr val="bg1">
                <a:tint val="85000"/>
              </a:schemeClr>
            </a:solidFill>
            <a:prstDash val="dash"/>
          </a:ln>
          <a:effectLst>
            <a:outerShdw blurRad="25400" dist="12700" dir="5400000" algn="tl" rotWithShape="0">
              <a:schemeClr val="bg1">
                <a:alpha val="60000"/>
              </a:scheme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0" lang="en-US" sz="1800" dirty="0"/>
          </a:p>
        </p:txBody>
      </p:sp>
      <p:sp>
        <p:nvSpPr>
          <p:cNvPr id="11" name="Rectangle 10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3" name="Rectangle 1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877458393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andscap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Grp="1" noChangeAspect="1"/>
          </p:cNvSpPr>
          <p:nvPr>
            <p:ph type="pic" sz="quarter" idx="10"/>
          </p:nvPr>
        </p:nvSpPr>
        <p:spPr>
          <a:xfrm>
            <a:off x="914400" y="294590"/>
            <a:ext cx="7467600" cy="56007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en-US" i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Rectangle 5"/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6019800"/>
            <a:ext cx="7467600" cy="38100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360298147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Portrai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8"/>
          <p:cNvSpPr>
            <a:spLocks noGrp="1"/>
          </p:cNvSpPr>
          <p:nvPr>
            <p:ph type="pic" sz="quarter" idx="10"/>
          </p:nvPr>
        </p:nvSpPr>
        <p:spPr>
          <a:xfrm>
            <a:off x="419377" y="233241"/>
            <a:ext cx="4640305" cy="61722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3" name="Rectangle 6"/>
          <p:cNvSpPr>
            <a:spLocks noGrp="1"/>
          </p:cNvSpPr>
          <p:nvPr>
            <p:ph type="body" sz="quarter" idx="11" hasCustomPrompt="1"/>
          </p:nvPr>
        </p:nvSpPr>
        <p:spPr>
          <a:xfrm>
            <a:off x="5257800" y="3048000"/>
            <a:ext cx="3505200" cy="3352800"/>
          </a:xfrm>
        </p:spPr>
        <p:txBody>
          <a:bodyPr tIns="91440" bIns="91440"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5" name="Rectangle 4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6" name="Rectangle 5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934612941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andscape (Fullscre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6"/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0" y="0"/>
            <a:ext cx="9144000" cy="6858000"/>
          </a:xfrm>
          <a:noFill/>
          <a:ln w="25400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>
              <a:buFontTx/>
              <a:buNone/>
            </a:pPr>
            <a:r>
              <a:rPr kumimoji="0" lang="en-US" i="0" dirty="0"/>
              <a:t>Click icon</a:t>
            </a:r>
            <a:r>
              <a:rPr kumimoji="0" lang="en-US" i="0" baseline="0" dirty="0"/>
              <a:t> to add </a:t>
            </a:r>
            <a:r>
              <a:rPr kumimoji="0" lang="en-US" i="0" dirty="0"/>
              <a:t>full page picture</a:t>
            </a:r>
            <a:endParaRPr kumimoji="0" lang="en-US" i="0" baseline="0" dirty="0"/>
          </a:p>
          <a:p>
            <a:pPr marL="0" marR="0" indent="0" algn="ctr">
              <a:buFontTx/>
              <a:buNone/>
            </a:pPr>
            <a:endParaRPr kumimoji="0" lang="en-US" i="0" dirty="0"/>
          </a:p>
          <a:p>
            <a:pPr algn="ctr">
              <a:buFontTx/>
              <a:buNone/>
            </a:pPr>
            <a:endParaRPr kumimoji="0" lang="en-US" i="0" dirty="0"/>
          </a:p>
          <a:p>
            <a:pPr algn="ctr">
              <a:buFontTx/>
              <a:buNone/>
            </a:pPr>
            <a:endParaRPr kumimoji="0" lang="en-US" i="0" dirty="0"/>
          </a:p>
        </p:txBody>
      </p:sp>
    </p:spTree>
    <p:extLst>
      <p:ext uri="{BB962C8B-B14F-4D97-AF65-F5344CB8AC3E}">
        <p14:creationId xmlns:p14="http://schemas.microsoft.com/office/powerpoint/2010/main" val="509255684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lbum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/>
          <p:cNvSpPr>
            <a:spLocks noGrp="1"/>
          </p:cNvSpPr>
          <p:nvPr>
            <p:ph type="title" hasCustomPrompt="1"/>
          </p:nvPr>
        </p:nvSpPr>
        <p:spPr>
          <a:xfrm>
            <a:off x="752670" y="4572000"/>
            <a:ext cx="7781730" cy="990600"/>
          </a:xfrm>
        </p:spPr>
        <p:txBody>
          <a:bodyPr vert="horz" bIns="0" anchor="b" anchorCtr="0"/>
          <a:lstStyle>
            <a:lvl1pPr eaLnBrk="1" latinLnBrk="0" hangingPunct="1">
              <a:defRPr kumimoji="0" baseline="0"/>
            </a:lvl1pPr>
            <a:extLst/>
          </a:lstStyle>
          <a:p>
            <a:r>
              <a:rPr kumimoji="0" lang="en-US" dirty="0"/>
              <a:t>Click to add section title</a:t>
            </a:r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752670" y="5600700"/>
            <a:ext cx="7772400" cy="838200"/>
          </a:xfrm>
        </p:spPr>
        <p:txBody>
          <a:bodyPr vert="horz" tIns="0"/>
          <a:lstStyle>
            <a:lvl1pPr eaLnBrk="1" latinLnBrk="0" hangingPunct="1">
              <a:buFontTx/>
              <a:buNone/>
              <a:defRPr kumimoji="0" sz="1800"/>
            </a:lvl1pPr>
            <a:extLst/>
          </a:lstStyle>
          <a:p>
            <a:pPr lvl="0"/>
            <a:r>
              <a:rPr kumimoji="0" lang="en-US" dirty="0"/>
              <a:t>Click to add subtitle</a:t>
            </a:r>
          </a:p>
        </p:txBody>
      </p:sp>
      <p:sp>
        <p:nvSpPr>
          <p:cNvPr id="7" name="Rectangle 6"/>
          <p:cNvSpPr>
            <a:spLocks noGrp="1"/>
          </p:cNvSpPr>
          <p:nvPr>
            <p:ph type="pic" sz="quarter" idx="11"/>
          </p:nvPr>
        </p:nvSpPr>
        <p:spPr>
          <a:xfrm>
            <a:off x="786338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8" name="Rectangle 6"/>
          <p:cNvSpPr>
            <a:spLocks noGrp="1"/>
          </p:cNvSpPr>
          <p:nvPr>
            <p:ph type="pic" sz="quarter" idx="15"/>
          </p:nvPr>
        </p:nvSpPr>
        <p:spPr>
          <a:xfrm>
            <a:off x="3474604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" name="Rectangle 6"/>
          <p:cNvSpPr>
            <a:spLocks noGrp="1"/>
          </p:cNvSpPr>
          <p:nvPr>
            <p:ph type="pic" sz="quarter" idx="16"/>
          </p:nvPr>
        </p:nvSpPr>
        <p:spPr>
          <a:xfrm>
            <a:off x="6162870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8" name="Rectangle 7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61721745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2-Up Portrait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4722049" y="609604"/>
            <a:ext cx="3431353" cy="4575141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1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1066800" y="609600"/>
            <a:ext cx="3429000" cy="4572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3" name="Rectangle 7"/>
          <p:cNvSpPr>
            <a:spLocks noGrp="1"/>
          </p:cNvSpPr>
          <p:nvPr>
            <p:ph type="body" sz="quarter" idx="14" hasCustomPrompt="1"/>
          </p:nvPr>
        </p:nvSpPr>
        <p:spPr>
          <a:xfrm>
            <a:off x="10668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5" hasCustomPrompt="1"/>
          </p:nvPr>
        </p:nvSpPr>
        <p:spPr>
          <a:xfrm>
            <a:off x="47244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656636481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-Up Landscape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48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5" name="Rectangle 7"/>
          <p:cNvSpPr>
            <a:spLocks noGrp="1" noChangeAspect="1"/>
          </p:cNvSpPr>
          <p:nvPr>
            <p:ph type="pic" sz="quarter" idx="14"/>
          </p:nvPr>
        </p:nvSpPr>
        <p:spPr>
          <a:xfrm>
            <a:off x="457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7" hasCustomPrompt="1"/>
          </p:nvPr>
        </p:nvSpPr>
        <p:spPr>
          <a:xfrm>
            <a:off x="4648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832977871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-Up Mixed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141976" y="381000"/>
            <a:ext cx="3773424" cy="2830068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2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4152" y="381000"/>
            <a:ext cx="4462272" cy="5949696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1" name="Rectangle 7"/>
          <p:cNvSpPr>
            <a:spLocks noGrp="1"/>
          </p:cNvSpPr>
          <p:nvPr>
            <p:ph type="body" sz="quarter" idx="13" hasCustomPrompt="1"/>
          </p:nvPr>
        </p:nvSpPr>
        <p:spPr>
          <a:xfrm>
            <a:off x="5141978" y="3352800"/>
            <a:ext cx="3773425" cy="2971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09877551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-Up Portrait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2286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342900" marR="0" indent="-34290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4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32004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342900" marR="0" indent="-34290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31" name="Rectangle 8"/>
          <p:cNvSpPr>
            <a:spLocks noGrp="1" noChangeAspect="1"/>
          </p:cNvSpPr>
          <p:nvPr>
            <p:ph type="pic" sz="quarter" idx="12"/>
          </p:nvPr>
        </p:nvSpPr>
        <p:spPr>
          <a:xfrm>
            <a:off x="61722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342900" marR="0" indent="-34290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Rectangle 6"/>
          <p:cNvSpPr>
            <a:spLocks noGrp="1"/>
          </p:cNvSpPr>
          <p:nvPr>
            <p:ph type="body" sz="quarter" idx="13" hasCustomPrompt="1"/>
          </p:nvPr>
        </p:nvSpPr>
        <p:spPr>
          <a:xfrm>
            <a:off x="2286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6" name="Rectangle 6"/>
          <p:cNvSpPr>
            <a:spLocks noGrp="1"/>
          </p:cNvSpPr>
          <p:nvPr>
            <p:ph type="body" sz="quarter" idx="14" hasCustomPrompt="1"/>
          </p:nvPr>
        </p:nvSpPr>
        <p:spPr>
          <a:xfrm>
            <a:off x="32004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4" name="Rectangle 6"/>
          <p:cNvSpPr>
            <a:spLocks noGrp="1"/>
          </p:cNvSpPr>
          <p:nvPr>
            <p:ph type="body" sz="quarter" idx="15" hasCustomPrompt="1"/>
          </p:nvPr>
        </p:nvSpPr>
        <p:spPr>
          <a:xfrm>
            <a:off x="61722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436463348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-Up Landscap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466344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342900" marR="0" indent="-34290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5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720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342900" marR="0" indent="-34290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63440" y="228600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342900" marR="0" indent="-34290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228600"/>
            <a:ext cx="4023360" cy="3017520"/>
          </a:xfrm>
        </p:spPr>
        <p:txBody>
          <a:bodyPr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277909292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-Up Mix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067300" y="3436620"/>
            <a:ext cx="3649900" cy="2889504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9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26720" y="384048"/>
            <a:ext cx="4457700" cy="5943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5067300" y="389334"/>
            <a:ext cx="3657600" cy="2887269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557200878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-Up Portrait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7"/>
          <p:cNvSpPr>
            <a:spLocks noGrp="1"/>
          </p:cNvSpPr>
          <p:nvPr>
            <p:ph type="pic" sz="quarter" idx="14"/>
          </p:nvPr>
        </p:nvSpPr>
        <p:spPr>
          <a:xfrm>
            <a:off x="2229297" y="228600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3" name="Rectangle 7"/>
          <p:cNvSpPr>
            <a:spLocks noGrp="1"/>
          </p:cNvSpPr>
          <p:nvPr>
            <p:ph type="pic" sz="quarter" idx="26"/>
          </p:nvPr>
        </p:nvSpPr>
        <p:spPr>
          <a:xfrm>
            <a:off x="22292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25"/>
          </p:nvPr>
        </p:nvSpPr>
        <p:spPr>
          <a:xfrm>
            <a:off x="4672217" y="228600"/>
            <a:ext cx="2286000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27"/>
          </p:nvPr>
        </p:nvSpPr>
        <p:spPr>
          <a:xfrm>
            <a:off x="46676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6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00497" y="1295400"/>
            <a:ext cx="1676400" cy="1905000"/>
          </a:xfrm>
        </p:spPr>
        <p:txBody>
          <a:bodyPr anchor="b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sz="16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7086600" y="1295400"/>
            <a:ext cx="1676400" cy="1905000"/>
          </a:xfrm>
        </p:spPr>
        <p:txBody>
          <a:bodyPr anchor="b" anchorCtr="0"/>
          <a:lstStyle>
            <a:lvl1pPr marL="0" marR="0" indent="0" algn="l" eaLnBrk="1" latinLnBrk="0" hangingPunct="1">
              <a:buFontTx/>
              <a:buNone/>
              <a:defRPr kumimoji="0" sz="16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8" hasCustomPrompt="1"/>
          </p:nvPr>
        </p:nvSpPr>
        <p:spPr>
          <a:xfrm>
            <a:off x="400497" y="3352800"/>
            <a:ext cx="1676400" cy="1905000"/>
          </a:xfrm>
        </p:spPr>
        <p:txBody>
          <a:bodyPr anchor="t" anchorCtr="0"/>
          <a:lstStyle>
            <a:lvl1pPr marL="0" marR="0" indent="0" algn="r" eaLnBrk="1" latinLnBrk="0" hangingPunct="1">
              <a:buFontTx/>
              <a:buNone/>
              <a:defRPr kumimoji="0" sz="16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3" name="Rectangle 7"/>
          <p:cNvSpPr>
            <a:spLocks noGrp="1"/>
          </p:cNvSpPr>
          <p:nvPr>
            <p:ph type="body" sz="quarter" idx="30" hasCustomPrompt="1"/>
          </p:nvPr>
        </p:nvSpPr>
        <p:spPr>
          <a:xfrm>
            <a:off x="7086600" y="3352800"/>
            <a:ext cx="16764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sz="16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1" name="Rectangle 10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5" name="Rectangle 14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370721424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-Up landscap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pic" sz="quarter" idx="14"/>
          </p:nvPr>
        </p:nvSpPr>
        <p:spPr>
          <a:xfrm>
            <a:off x="926823" y="533400"/>
            <a:ext cx="3653297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9268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sz="16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9" name="Rectangle 7"/>
          <p:cNvSpPr>
            <a:spLocks noGrp="1"/>
          </p:cNvSpPr>
          <p:nvPr>
            <p:ph type="pic" sz="quarter" idx="17"/>
          </p:nvPr>
        </p:nvSpPr>
        <p:spPr>
          <a:xfrm>
            <a:off x="4660621" y="5334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6" name="Rectangle 7"/>
          <p:cNvSpPr>
            <a:spLocks noGrp="1"/>
          </p:cNvSpPr>
          <p:nvPr>
            <p:ph type="pic" sz="quarter" idx="18"/>
          </p:nvPr>
        </p:nvSpPr>
        <p:spPr>
          <a:xfrm>
            <a:off x="9268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4" name="Rectangle 7"/>
          <p:cNvSpPr>
            <a:spLocks noGrp="1"/>
          </p:cNvSpPr>
          <p:nvPr>
            <p:ph type="pic" sz="quarter" idx="19"/>
          </p:nvPr>
        </p:nvSpPr>
        <p:spPr>
          <a:xfrm>
            <a:off x="46606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2" hasCustomPrompt="1"/>
          </p:nvPr>
        </p:nvSpPr>
        <p:spPr>
          <a:xfrm>
            <a:off x="9268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sz="16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8" name="Rectangle 7"/>
          <p:cNvSpPr>
            <a:spLocks noGrp="1"/>
          </p:cNvSpPr>
          <p:nvPr>
            <p:ph type="body" sz="quarter" idx="23" hasCustomPrompt="1"/>
          </p:nvPr>
        </p:nvSpPr>
        <p:spPr>
          <a:xfrm>
            <a:off x="46606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sz="16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6" name="Rectangle 7"/>
          <p:cNvSpPr>
            <a:spLocks noGrp="1"/>
          </p:cNvSpPr>
          <p:nvPr>
            <p:ph type="body" sz="quarter" idx="24" hasCustomPrompt="1"/>
          </p:nvPr>
        </p:nvSpPr>
        <p:spPr>
          <a:xfrm>
            <a:off x="46606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sz="16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0" name="Rectangle 9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11" name="Rectangle 10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2" name="Rectangle 11"/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4111706700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-Up Portrait with Large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152402" y="1524004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1"/>
          </p:nvPr>
        </p:nvSpPr>
        <p:spPr>
          <a:xfrm>
            <a:off x="4546602" y="1524004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Rectangle 7"/>
          <p:cNvSpPr>
            <a:spLocks noGrp="1"/>
          </p:cNvSpPr>
          <p:nvPr>
            <p:ph type="pic" sz="quarter" idx="30"/>
          </p:nvPr>
        </p:nvSpPr>
        <p:spPr>
          <a:xfrm>
            <a:off x="2349062" y="1524004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9" name="Rectangle 7"/>
          <p:cNvSpPr>
            <a:spLocks noGrp="1"/>
          </p:cNvSpPr>
          <p:nvPr>
            <p:ph type="pic" sz="quarter" idx="32"/>
          </p:nvPr>
        </p:nvSpPr>
        <p:spPr>
          <a:xfrm>
            <a:off x="6740168" y="1524004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152400" y="4495800"/>
            <a:ext cx="87630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sz="24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33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722156049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-Up: 1 Portrait with  3 Landsc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685800" y="257665"/>
            <a:ext cx="4617720" cy="6172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4" name="Rectangle 7"/>
          <p:cNvSpPr>
            <a:spLocks noGrp="1" noChangeAspect="1"/>
          </p:cNvSpPr>
          <p:nvPr>
            <p:ph type="pic" sz="quarter" idx="18"/>
          </p:nvPr>
        </p:nvSpPr>
        <p:spPr>
          <a:xfrm>
            <a:off x="5788849" y="257665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6" name="Rectangle 7"/>
          <p:cNvSpPr>
            <a:spLocks noGrp="1" noChangeAspect="1"/>
          </p:cNvSpPr>
          <p:nvPr>
            <p:ph type="pic" sz="quarter" idx="22"/>
          </p:nvPr>
        </p:nvSpPr>
        <p:spPr>
          <a:xfrm>
            <a:off x="5788849" y="2432657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4" name="Rectangle 7"/>
          <p:cNvSpPr>
            <a:spLocks noGrp="1" noChangeAspect="1"/>
          </p:cNvSpPr>
          <p:nvPr>
            <p:ph type="pic" sz="quarter" idx="23"/>
          </p:nvPr>
        </p:nvSpPr>
        <p:spPr>
          <a:xfrm>
            <a:off x="5788849" y="4607649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Rectangle 6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814791300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-up: 3 Landscape with 2 Portra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7"/>
          <p:cNvSpPr>
            <a:spLocks noGrp="1"/>
          </p:cNvSpPr>
          <p:nvPr>
            <p:ph type="pic" sz="quarter" idx="14"/>
          </p:nvPr>
        </p:nvSpPr>
        <p:spPr>
          <a:xfrm>
            <a:off x="609600" y="34290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17"/>
          </p:nvPr>
        </p:nvSpPr>
        <p:spPr>
          <a:xfrm>
            <a:off x="3033848" y="228600"/>
            <a:ext cx="5562600" cy="4171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6"/>
          </p:nvPr>
        </p:nvSpPr>
        <p:spPr>
          <a:xfrm>
            <a:off x="609600" y="2286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27"/>
          </p:nvPr>
        </p:nvSpPr>
        <p:spPr>
          <a:xfrm>
            <a:off x="5943602" y="4495800"/>
            <a:ext cx="2666999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3" name="Rectangle 7"/>
          <p:cNvSpPr>
            <a:spLocks noGrp="1" noChangeAspect="1"/>
          </p:cNvSpPr>
          <p:nvPr>
            <p:ph type="pic" sz="quarter" idx="28"/>
          </p:nvPr>
        </p:nvSpPr>
        <p:spPr>
          <a:xfrm>
            <a:off x="3033849" y="4495800"/>
            <a:ext cx="2757352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Rectangle 6"/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881272784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-Up: 3 Portrait with 2 Landsc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7"/>
          <p:cNvSpPr>
            <a:spLocks noGrp="1"/>
          </p:cNvSpPr>
          <p:nvPr>
            <p:ph type="pic" sz="quarter" idx="26"/>
          </p:nvPr>
        </p:nvSpPr>
        <p:spPr>
          <a:xfrm>
            <a:off x="5121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3" name="Rectangle 7"/>
          <p:cNvSpPr>
            <a:spLocks noGrp="1"/>
          </p:cNvSpPr>
          <p:nvPr>
            <p:ph type="pic" sz="quarter" idx="29"/>
          </p:nvPr>
        </p:nvSpPr>
        <p:spPr>
          <a:xfrm>
            <a:off x="51213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0"/>
          </p:nvPr>
        </p:nvSpPr>
        <p:spPr>
          <a:xfrm>
            <a:off x="471837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2" name="Rectangle 7"/>
          <p:cNvSpPr>
            <a:spLocks noGrp="1"/>
          </p:cNvSpPr>
          <p:nvPr>
            <p:ph type="pic" sz="quarter" idx="27"/>
          </p:nvPr>
        </p:nvSpPr>
        <p:spPr>
          <a:xfrm>
            <a:off x="32934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8"/>
          </p:nvPr>
        </p:nvSpPr>
        <p:spPr>
          <a:xfrm>
            <a:off x="60747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Rectangle 6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355783754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3050275" y="16002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3048000" y="48768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sz="1800" i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800612872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-Up Squa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4955275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6" name="W¥ل云玗İαЂôÁûÂÚ丫:Pïçtúrê Plå¢éhõlðér 表¥鷗字㌍ 表_W 5"/>
          <p:cNvSpPr>
            <a:spLocks noGrp="1" noChangeAspect="1"/>
          </p:cNvSpPr>
          <p:nvPr>
            <p:ph type="pic" sz="quarter" idx="14"/>
          </p:nvPr>
        </p:nvSpPr>
        <p:spPr>
          <a:xfrm>
            <a:off x="1143002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495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sz="1800" i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8" name="W¥ل云玗İαЂÕØÚáÛ丫:Téxt Plàçèhòlðêr 表¥鷗字㌍_W 7"/>
          <p:cNvSpPr>
            <a:spLocks noGrp="1"/>
          </p:cNvSpPr>
          <p:nvPr>
            <p:ph type="body" sz="quarter" idx="16" hasCustomPrompt="1"/>
          </p:nvPr>
        </p:nvSpPr>
        <p:spPr>
          <a:xfrm>
            <a:off x="114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sz="1800" i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9" name="Rectangle 8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10" name="Rectangle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1" name="Rectangle 10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473317538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¥ل云玗İαЂôÁûÂÚ丫:Pïçtúrê Plå¢éhõlðér 表¥鷗字㌍ 表_W 2"/>
          <p:cNvSpPr>
            <a:spLocks noGrp="1"/>
          </p:cNvSpPr>
          <p:nvPr>
            <p:ph type="pic" sz="quarter" idx="30"/>
          </p:nvPr>
        </p:nvSpPr>
        <p:spPr>
          <a:xfrm>
            <a:off x="457200" y="2057400"/>
            <a:ext cx="8229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4" name="W¥ل云玗İαЂÕØÚáÛ丫:Téxt Plàçèhòlðêr 表¥鷗字㌍_W 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4876800"/>
            <a:ext cx="8229600" cy="14478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sz="1800" i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7" name="Rectangle 6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245547852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eaLnBrk="1" latinLnBrk="0" hangingPunct="1"/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4" name="Rectangle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/>
          </a:p>
        </p:txBody>
      </p:sp>
      <p:sp>
        <p:nvSpPr>
          <p:cNvPr id="2" name="Rectangle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2EC6F-6501-4E04-BD6C-A8A6CABB2C5B}" type="datetimeFigureOut">
              <a:rPr kumimoji="0" lang="en-US" smtClean="0"/>
              <a:pPr/>
              <a:t>3/26/2026</a:t>
            </a:fld>
            <a:endParaRPr kumimoji="0" lang="en-US" dirty="0"/>
          </a:p>
        </p:txBody>
      </p:sp>
      <p:sp>
        <p:nvSpPr>
          <p:cNvPr id="27" name="Rectangle 1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 dirty="0"/>
          </a:p>
        </p:txBody>
      </p:sp>
      <p:sp>
        <p:nvSpPr>
          <p:cNvPr id="24" name="Rectangle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B0023-0CED-47F7-85AE-654F0B232C29}" type="slidenum">
              <a:rPr kumimoji="0" lang="en-US" smtClean="0"/>
              <a:pPr/>
              <a:t>‹#›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95602114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5211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A45890A4-F4EB-46CD-3C1F-6CD33D1C5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8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6D48A3B-9170-D087-5140-85FCB2871B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E19AA15-C81B-7795-2EC8-035EF342AB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6D723AE-7934-015B-761D-5008350D86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3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D26B5AF-7297-1BDF-F072-FE240C06B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3121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chemeClr val="bg1">
                <a:lumMod val="75000"/>
                <a:lumOff val="25000"/>
              </a:schemeClr>
            </a:gs>
            <a:gs pos="100000">
              <a:srgbClr val="00000C"/>
            </a:gs>
          </a:gsLst>
          <a:lin ang="162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6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249362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eaLnBrk="1" latinLnBrk="0" hangingPunct="1"/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13" name="Rectangle 5"/>
          <p:cNvSpPr>
            <a:spLocks noGrp="1"/>
          </p:cNvSpPr>
          <p:nvPr>
            <p:ph type="body" idx="1"/>
          </p:nvPr>
        </p:nvSpPr>
        <p:spPr>
          <a:xfrm>
            <a:off x="457200" y="1600204"/>
            <a:ext cx="82296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  <a:p>
            <a:pPr lvl="1" eaLnBrk="1" latinLnBrk="0" hangingPunct="1"/>
            <a:r>
              <a:rPr kumimoji="0" lang="zh-TW" altLang="en-US"/>
              <a:t>第二層</a:t>
            </a:r>
          </a:p>
          <a:p>
            <a:pPr lvl="2" eaLnBrk="1" latinLnBrk="0" hangingPunct="1"/>
            <a:r>
              <a:rPr kumimoji="0" lang="zh-TW" altLang="en-US"/>
              <a:t>第三層</a:t>
            </a:r>
          </a:p>
          <a:p>
            <a:pPr lvl="3" eaLnBrk="1" latinLnBrk="0" hangingPunct="1"/>
            <a:r>
              <a:rPr kumimoji="0" lang="zh-TW" altLang="en-US"/>
              <a:t>第四層</a:t>
            </a:r>
          </a:p>
          <a:p>
            <a:pPr lvl="4" eaLnBrk="1" latinLnBrk="0" hangingPunct="1"/>
            <a:r>
              <a:rPr kumimoji="0" lang="zh-TW" altLang="en-US"/>
              <a:t>第五層</a:t>
            </a:r>
            <a:endParaRPr kumimoji="0" lang="en-US"/>
          </a:p>
        </p:txBody>
      </p:sp>
      <p:sp>
        <p:nvSpPr>
          <p:cNvPr id="29" name="Rectangle 3"/>
          <p:cNvSpPr>
            <a:spLocks noGrp="1"/>
          </p:cNvSpPr>
          <p:nvPr>
            <p:ph type="dt" sz="half" idx="2"/>
          </p:nvPr>
        </p:nvSpPr>
        <p:spPr>
          <a:xfrm>
            <a:off x="66675" y="6559364"/>
            <a:ext cx="2438400" cy="244475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sz="1200">
                <a:solidFill>
                  <a:schemeClr val="tx2"/>
                </a:solidFill>
              </a:defRPr>
            </a:lvl1pPr>
            <a:extLst/>
          </a:lstStyle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sz="1200" dirty="0">
              <a:solidFill>
                <a:schemeClr val="tx2"/>
              </a:solidFill>
            </a:endParaRPr>
          </a:p>
        </p:txBody>
      </p:sp>
      <p:sp>
        <p:nvSpPr>
          <p:cNvPr id="20" name="Rectangle 25"/>
          <p:cNvSpPr>
            <a:spLocks noGrp="1"/>
          </p:cNvSpPr>
          <p:nvPr>
            <p:ph type="ftr" sz="quarter" idx="3"/>
          </p:nvPr>
        </p:nvSpPr>
        <p:spPr>
          <a:xfrm>
            <a:off x="2995653" y="6558153"/>
            <a:ext cx="4648200" cy="246888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sz="1200">
                <a:solidFill>
                  <a:schemeClr val="tx2"/>
                </a:solidFill>
              </a:defRPr>
            </a:lvl1pPr>
            <a:extLst/>
          </a:lstStyle>
          <a:p>
            <a:pPr algn="ctr"/>
            <a:endParaRPr kumimoji="0" lang="en-US" sz="1200" dirty="0">
              <a:solidFill>
                <a:schemeClr val="tx2"/>
              </a:solidFill>
            </a:endParaRPr>
          </a:p>
        </p:txBody>
      </p:sp>
      <p:sp>
        <p:nvSpPr>
          <p:cNvPr id="23" name="Rectangle 16"/>
          <p:cNvSpPr>
            <a:spLocks noGrp="1"/>
          </p:cNvSpPr>
          <p:nvPr>
            <p:ph type="sldNum" sz="quarter" idx="4"/>
          </p:nvPr>
        </p:nvSpPr>
        <p:spPr>
          <a:xfrm>
            <a:off x="8172450" y="6559364"/>
            <a:ext cx="914400" cy="244475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sz="1200">
                <a:solidFill>
                  <a:schemeClr val="tx2"/>
                </a:solidFill>
              </a:defRPr>
            </a:lvl1pPr>
            <a:extLst/>
          </a:lstStyle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sz="12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79294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</p:sldLayoutIdLst>
  <p:transition>
    <p:fade/>
  </p:transition>
  <p:txStyles>
    <p:titleStyle>
      <a:lvl1pPr algn="l" rtl="0" eaLnBrk="1" latinLnBrk="0" hangingPunct="1">
        <a:spcBef>
          <a:spcPct val="0"/>
        </a:spcBef>
        <a:buNone/>
        <a:defRPr kumimoji="0" sz="3200" cap="all" baseline="0">
          <a:solidFill>
            <a:schemeClr val="tx2"/>
          </a:solidFill>
          <a:effectLst>
            <a:outerShdw blurRad="51000" dist="370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>
          <a:solidFill>
            <a:schemeClr val="tx2"/>
          </a:solidFill>
        </a:defRPr>
      </a:lvl2pPr>
      <a:lvl3pPr eaLnBrk="1" latinLnBrk="0" hangingPunct="1">
        <a:defRPr kumimoji="0">
          <a:solidFill>
            <a:schemeClr val="tx2"/>
          </a:solidFill>
        </a:defRPr>
      </a:lvl3pPr>
      <a:lvl4pPr eaLnBrk="1" latinLnBrk="0" hangingPunct="1">
        <a:defRPr kumimoji="0">
          <a:solidFill>
            <a:schemeClr val="tx2"/>
          </a:solidFill>
        </a:defRPr>
      </a:lvl4pPr>
      <a:lvl5pPr eaLnBrk="1" latinLnBrk="0" hangingPunct="1">
        <a:defRPr kumimoji="0">
          <a:solidFill>
            <a:schemeClr val="tx2"/>
          </a:solidFill>
        </a:defRPr>
      </a:lvl5pPr>
      <a:lvl6pPr eaLnBrk="1" latinLnBrk="0" hangingPunct="1">
        <a:defRPr kumimoji="0">
          <a:solidFill>
            <a:schemeClr val="tx2"/>
          </a:solidFill>
        </a:defRPr>
      </a:lvl6pPr>
      <a:lvl7pPr eaLnBrk="1" latinLnBrk="0" hangingPunct="1">
        <a:defRPr kumimoji="0">
          <a:solidFill>
            <a:schemeClr val="tx2"/>
          </a:solidFill>
        </a:defRPr>
      </a:lvl7pPr>
      <a:lvl8pPr eaLnBrk="1" latinLnBrk="0" hangingPunct="1">
        <a:defRPr kumimoji="0">
          <a:solidFill>
            <a:schemeClr val="tx2"/>
          </a:solidFill>
        </a:defRPr>
      </a:lvl8pPr>
      <a:lvl9pPr eaLnBrk="1" latinLnBrk="0" hangingPunct="1">
        <a:defRPr kumimoji="0">
          <a:solidFill>
            <a:schemeClr val="tx2"/>
          </a:solidFill>
        </a:defRPr>
      </a:lvl9pPr>
      <a:extLst/>
    </p:titleStyle>
    <p:bodyStyle>
      <a:lvl1pPr marL="342891" indent="-342891" algn="l" rtl="0" eaLnBrk="1" latinLnBrk="0" hangingPunct="1">
        <a:spcBef>
          <a:spcPct val="20000"/>
        </a:spcBef>
        <a:buChar char="•"/>
        <a:defRPr kumimoji="0" sz="2400">
          <a:solidFill>
            <a:schemeClr val="tx1"/>
          </a:solidFill>
          <a:latin typeface="+mn-lt"/>
          <a:ea typeface="+mn-ea"/>
          <a:cs typeface="+mn-cs"/>
        </a:defRPr>
      </a:lvl1pPr>
      <a:lvl2pPr marL="742932" indent="-285744" algn="l" rtl="0" eaLnBrk="1" latinLnBrk="0" hangingPunct="1">
        <a:spcBef>
          <a:spcPct val="20000"/>
        </a:spcBef>
        <a:buChar char="–"/>
        <a:defRPr kumimoji="0" sz="24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rtl="0" eaLnBrk="1" latinLnBrk="0" hangingPunct="1">
        <a:spcBef>
          <a:spcPct val="20000"/>
        </a:spcBef>
        <a:buChar char="•"/>
        <a:defRPr kumimoji="0" sz="20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rtl="0" eaLnBrk="1" latinLnBrk="0" hangingPunct="1">
        <a:spcBef>
          <a:spcPct val="20000"/>
        </a:spcBef>
        <a:buChar char="–"/>
        <a:defRPr kumimoji="0" sz="18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rtl="0" eaLnBrk="1" latinLnBrk="0" hangingPunct="1">
        <a:spcBef>
          <a:spcPct val="20000"/>
        </a:spcBef>
        <a:buChar char="»"/>
        <a:defRPr kumimoji="0" sz="16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rtl="0" eaLnBrk="1" latinLnBrk="0" hangingPunct="1">
        <a:spcBef>
          <a:spcPct val="20000"/>
        </a:spcBef>
        <a:buChar char="•"/>
        <a:defRPr kumimoji="0" sz="20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rtl="0" eaLnBrk="1" latinLnBrk="0" hangingPunct="1">
        <a:spcBef>
          <a:spcPct val="20000"/>
        </a:spcBef>
        <a:buChar char="•"/>
        <a:defRPr kumimoji="0" sz="20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rtl="0" eaLnBrk="1" latinLnBrk="0" hangingPunct="1">
        <a:spcBef>
          <a:spcPct val="20000"/>
        </a:spcBef>
        <a:buChar char="•"/>
        <a:defRPr kumimoji="0" sz="20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rtl="0" eaLnBrk="1" latinLnBrk="0" hangingPunct="1">
        <a:spcBef>
          <a:spcPct val="20000"/>
        </a:spcBef>
        <a:buChar char="•"/>
        <a:defRPr kumimoji="0" sz="20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/>
          <p:cNvSpPr txBox="1"/>
          <p:nvPr/>
        </p:nvSpPr>
        <p:spPr>
          <a:xfrm>
            <a:off x="451308" y="2921168"/>
            <a:ext cx="82413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6000" b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05</a:t>
            </a:r>
            <a:r>
              <a:rPr kumimoji="1" lang="zh-TW" altLang="en-US" sz="6000" b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：</a:t>
            </a:r>
            <a:r>
              <a:rPr kumimoji="1" lang="en-US" altLang="zh-TW" sz="6000" b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LINE Bot</a:t>
            </a:r>
            <a:r>
              <a:rPr kumimoji="1" lang="zh-TW" altLang="en-US" sz="6000" b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程式</a:t>
            </a:r>
            <a:endParaRPr kumimoji="1" lang="en-US" altLang="zh-TW" sz="6000" b="1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Arial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D45C9D6-352D-804E-9494-A13395EEC5C6}"/>
              </a:ext>
            </a:extLst>
          </p:cNvPr>
          <p:cNvSpPr txBox="1"/>
          <p:nvPr/>
        </p:nvSpPr>
        <p:spPr>
          <a:xfrm>
            <a:off x="5638800" y="5486402"/>
            <a:ext cx="3733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solidFill>
                  <a:prstClr val="whit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講師：胡嘉璽</a:t>
            </a:r>
            <a:endParaRPr lang="en-US" altLang="zh-TW" sz="2400" b="1" dirty="0">
              <a:solidFill>
                <a:prstClr val="whit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2400" b="1" dirty="0">
                <a:solidFill>
                  <a:prstClr val="whit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時間：</a:t>
            </a:r>
            <a:r>
              <a:rPr lang="en-US" altLang="zh-TW" sz="2400" b="1" dirty="0">
                <a:solidFill>
                  <a:prstClr val="whit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2026</a:t>
            </a:r>
            <a:r>
              <a:rPr lang="zh-TW" altLang="en-US" sz="2400" b="1" dirty="0">
                <a:solidFill>
                  <a:prstClr val="whit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年</a:t>
            </a:r>
            <a:r>
              <a:rPr lang="en-US" altLang="zh-TW" sz="2400" b="1" dirty="0">
                <a:solidFill>
                  <a:prstClr val="whit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3-4</a:t>
            </a:r>
            <a:r>
              <a:rPr lang="zh-TW" altLang="en-US" sz="2400" b="1" dirty="0">
                <a:solidFill>
                  <a:prstClr val="whit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月</a:t>
            </a:r>
            <a:endParaRPr lang="en-US" altLang="zh-TW" sz="2400" b="1" dirty="0">
              <a:solidFill>
                <a:prstClr val="whit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2400" b="1" dirty="0">
                <a:solidFill>
                  <a:prstClr val="whit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地點：明新科大資管系</a:t>
            </a:r>
          </a:p>
        </p:txBody>
      </p:sp>
    </p:spTree>
    <p:extLst>
      <p:ext uri="{BB962C8B-B14F-4D97-AF65-F5344CB8AC3E}">
        <p14:creationId xmlns:p14="http://schemas.microsoft.com/office/powerpoint/2010/main" val="246170227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693420" y="1841244"/>
            <a:ext cx="80772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+mj-lt"/>
              <a:buAutoNum type="arabicPeriod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了解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Google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的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AI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模型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+mj-lt"/>
              <a:buAutoNum type="arabicPeriod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讓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LINE Bot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支援不同資料種類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1869731" y="304800"/>
            <a:ext cx="5724577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kumimoji="1" lang="en-US" altLang="zh-TW" sz="4800" b="1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LINE Bot</a:t>
            </a:r>
            <a:r>
              <a:rPr kumimoji="1" lang="zh-TW" altLang="en-US" sz="4800" b="1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程式說明</a:t>
            </a:r>
            <a:endParaRPr kumimoji="1" lang="en-US" altLang="zh-TW" sz="4800" b="1" dirty="0">
              <a:solidFill>
                <a:srgbClr val="00B0F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</p:spTree>
    <p:extLst>
      <p:ext uri="{BB962C8B-B14F-4D97-AF65-F5344CB8AC3E}">
        <p14:creationId xmlns:p14="http://schemas.microsoft.com/office/powerpoint/2010/main" val="1869647548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/>
          <p:cNvSpPr txBox="1"/>
          <p:nvPr/>
        </p:nvSpPr>
        <p:spPr>
          <a:xfrm>
            <a:off x="783076" y="3013501"/>
            <a:ext cx="7772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4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了解</a:t>
            </a:r>
            <a:r>
              <a:rPr kumimoji="1" lang="en-US" altLang="zh-TW" sz="4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Google</a:t>
            </a:r>
            <a:r>
              <a:rPr kumimoji="1" lang="zh-TW" altLang="en-US" sz="4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的</a:t>
            </a:r>
            <a:r>
              <a:rPr kumimoji="1" lang="en-US" altLang="zh-TW" sz="4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AI</a:t>
            </a:r>
            <a:r>
              <a:rPr kumimoji="1" lang="zh-TW" altLang="en-US" sz="4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模型</a:t>
            </a:r>
          </a:p>
        </p:txBody>
      </p:sp>
    </p:spTree>
    <p:extLst>
      <p:ext uri="{BB962C8B-B14F-4D97-AF65-F5344CB8AC3E}">
        <p14:creationId xmlns:p14="http://schemas.microsoft.com/office/powerpoint/2010/main" val="1549252600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5A7BB-AAD9-2E03-8151-CA5080CB2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45C22CB-919B-3F45-E1A1-D50EB2550301}"/>
              </a:ext>
            </a:extLst>
          </p:cNvPr>
          <p:cNvSpPr txBox="1"/>
          <p:nvPr/>
        </p:nvSpPr>
        <p:spPr>
          <a:xfrm>
            <a:off x="783076" y="3013501"/>
            <a:ext cx="7772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4800" b="1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什麼是生成式</a:t>
            </a:r>
            <a:r>
              <a:rPr kumimoji="1" lang="en-US" altLang="zh-TW" sz="4800" b="1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AI</a:t>
            </a:r>
            <a:r>
              <a:rPr kumimoji="1" lang="zh-TW" altLang="en-US" sz="4800" b="1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模型</a:t>
            </a:r>
          </a:p>
        </p:txBody>
      </p:sp>
    </p:spTree>
    <p:extLst>
      <p:ext uri="{BB962C8B-B14F-4D97-AF65-F5344CB8AC3E}">
        <p14:creationId xmlns:p14="http://schemas.microsoft.com/office/powerpoint/2010/main" val="1641944667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00D41-D98B-47D9-2B95-70FEF8977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3E63DF96-D5BE-7DDA-BB51-38E7615B9D41}"/>
              </a:ext>
            </a:extLst>
          </p:cNvPr>
          <p:cNvSpPr txBox="1"/>
          <p:nvPr/>
        </p:nvSpPr>
        <p:spPr>
          <a:xfrm>
            <a:off x="361320" y="1463047"/>
            <a:ext cx="849987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在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ChatGPT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出來之前，大部分的文字、圖片，影片、音訊，都是人類產生的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AI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是一種生成式模型，原理就是你輸入一段文字，他</a:t>
            </a:r>
            <a:r>
              <a:rPr kumimoji="1" lang="zh-TW" altLang="en-US" sz="32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生成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一個內容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2022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年之後，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90%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以上的資料都是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AI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生成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使用的方式就是一個大型模型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只生成文字，稱為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LLM(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大型語言模型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)</a:t>
            </a: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生成圖片、影片，音訊，稱為多模態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(Multimodal)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模型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sp>
        <p:nvSpPr>
          <p:cNvPr id="4" name="文字版面配置區 2">
            <a:extLst>
              <a:ext uri="{FF2B5EF4-FFF2-40B4-BE49-F238E27FC236}">
                <a16:creationId xmlns:a16="http://schemas.microsoft.com/office/drawing/2014/main" id="{4C6A1DFE-1A8B-7973-F9EE-B87937665A81}"/>
              </a:ext>
            </a:extLst>
          </p:cNvPr>
          <p:cNvSpPr txBox="1">
            <a:spLocks/>
          </p:cNvSpPr>
          <p:nvPr/>
        </p:nvSpPr>
        <p:spPr>
          <a:xfrm>
            <a:off x="1653972" y="237552"/>
            <a:ext cx="5914572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什麼是生成式</a:t>
            </a: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模型</a:t>
            </a:r>
          </a:p>
        </p:txBody>
      </p:sp>
    </p:spTree>
    <p:extLst>
      <p:ext uri="{BB962C8B-B14F-4D97-AF65-F5344CB8AC3E}">
        <p14:creationId xmlns:p14="http://schemas.microsoft.com/office/powerpoint/2010/main" val="2646507327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2DE6A-1C61-9245-5315-F3BB5449E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24A98159-EA63-96AF-8FCB-7E5251BEC495}"/>
              </a:ext>
            </a:extLst>
          </p:cNvPr>
          <p:cNvSpPr txBox="1"/>
          <p:nvPr/>
        </p:nvSpPr>
        <p:spPr>
          <a:xfrm>
            <a:off x="361320" y="1463047"/>
            <a:ext cx="849987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目前市場上領先的模型多為閉源模型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閉源模型通常都要收費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模型的能力大致上以參數數量來決定，數量越大模型能力越強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ChatGPT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的背後就是不同的模型來生成，如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GPT-4o(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多模態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)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、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GPT-3.5(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純文字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)</a:t>
            </a: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Google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的生成式模型稱為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Gemini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系列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sp>
        <p:nvSpPr>
          <p:cNvPr id="4" name="文字版面配置區 2">
            <a:extLst>
              <a:ext uri="{FF2B5EF4-FFF2-40B4-BE49-F238E27FC236}">
                <a16:creationId xmlns:a16="http://schemas.microsoft.com/office/drawing/2014/main" id="{33045F62-58EC-5C4C-E6EB-4852F7CADD78}"/>
              </a:ext>
            </a:extLst>
          </p:cNvPr>
          <p:cNvSpPr txBox="1">
            <a:spLocks/>
          </p:cNvSpPr>
          <p:nvPr/>
        </p:nvSpPr>
        <p:spPr>
          <a:xfrm>
            <a:off x="1653972" y="237552"/>
            <a:ext cx="5914572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什麼是生成式</a:t>
            </a: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模型</a:t>
            </a:r>
          </a:p>
        </p:txBody>
      </p:sp>
    </p:spTree>
    <p:extLst>
      <p:ext uri="{BB962C8B-B14F-4D97-AF65-F5344CB8AC3E}">
        <p14:creationId xmlns:p14="http://schemas.microsoft.com/office/powerpoint/2010/main" val="1466009508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09D30-F117-A011-D08B-5B9DAD510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471E9050-4E41-8714-CCA4-EF58DCB4DB57}"/>
              </a:ext>
            </a:extLst>
          </p:cNvPr>
          <p:cNvSpPr txBox="1"/>
          <p:nvPr/>
        </p:nvSpPr>
        <p:spPr>
          <a:xfrm>
            <a:off x="361320" y="1463047"/>
            <a:ext cx="849987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ChatGPT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就是一個依靠生成式模型的應用程式，主要是提供聊天式對話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可以不透過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Chat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介面，直接用程式語言的方式讓模型產生結果，必須使用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API</a:t>
            </a: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大部分的生成式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AI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產品都提供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API</a:t>
            </a: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本次課程以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Google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的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Gemini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為主，使用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API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讓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LINE Bot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處理各種資訊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Arial" panose="020B0604020202020204" pitchFamily="34" charset="0"/>
              <a:buChar char="•"/>
            </a:pP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sp>
        <p:nvSpPr>
          <p:cNvPr id="4" name="文字版面配置區 2">
            <a:extLst>
              <a:ext uri="{FF2B5EF4-FFF2-40B4-BE49-F238E27FC236}">
                <a16:creationId xmlns:a16="http://schemas.microsoft.com/office/drawing/2014/main" id="{2336F7FB-5DEE-5D7B-7162-3E5FB963DD9E}"/>
              </a:ext>
            </a:extLst>
          </p:cNvPr>
          <p:cNvSpPr txBox="1">
            <a:spLocks/>
          </p:cNvSpPr>
          <p:nvPr/>
        </p:nvSpPr>
        <p:spPr>
          <a:xfrm>
            <a:off x="1653972" y="237552"/>
            <a:ext cx="5914572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什麼是生成式</a:t>
            </a: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模型</a:t>
            </a:r>
          </a:p>
        </p:txBody>
      </p:sp>
    </p:spTree>
    <p:extLst>
      <p:ext uri="{BB962C8B-B14F-4D97-AF65-F5344CB8AC3E}">
        <p14:creationId xmlns:p14="http://schemas.microsoft.com/office/powerpoint/2010/main" val="443587500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5B7E18E7-311D-CE68-5B70-3E437A4FA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7" y="653143"/>
            <a:ext cx="4365505" cy="475342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BC620DA-7403-453B-7D52-42E10F9F27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653143"/>
            <a:ext cx="4352272" cy="4753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20446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35E0F3AE-CA87-1C00-BA1E-31C6B8C285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28" y="1023111"/>
            <a:ext cx="9035143" cy="4811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463329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26D0BE73-507C-3A1C-001F-75BC84983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57" y="932141"/>
            <a:ext cx="8875486" cy="5149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838421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8F0C6-9762-2AD0-DCC2-DFC64D7D2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F767E329-352E-C746-86B2-23CE91737E8E}"/>
              </a:ext>
            </a:extLst>
          </p:cNvPr>
          <p:cNvSpPr txBox="1"/>
          <p:nvPr/>
        </p:nvSpPr>
        <p:spPr>
          <a:xfrm>
            <a:off x="783076" y="3013501"/>
            <a:ext cx="7772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4800" b="1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Google Gemini</a:t>
            </a:r>
            <a:r>
              <a:rPr kumimoji="1" lang="zh-TW" altLang="en-US" sz="4800" b="1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系列</a:t>
            </a:r>
          </a:p>
        </p:txBody>
      </p:sp>
    </p:spTree>
    <p:extLst>
      <p:ext uri="{BB962C8B-B14F-4D97-AF65-F5344CB8AC3E}">
        <p14:creationId xmlns:p14="http://schemas.microsoft.com/office/powerpoint/2010/main" val="2328856869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0D9A2-F143-8399-8CDB-FDAA17FB3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8161B37-ADB0-A69C-B700-6552A5E4FF78}"/>
              </a:ext>
            </a:extLst>
          </p:cNvPr>
          <p:cNvSpPr txBox="1"/>
          <p:nvPr/>
        </p:nvSpPr>
        <p:spPr>
          <a:xfrm>
            <a:off x="361320" y="1463047"/>
            <a:ext cx="849987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ChatGPT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就是一個依靠生成式模型的應用程式，主要是提供聊天式對話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可以不透過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Chat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介面，直接用程式語言的方式讓模型產生結果，必須使用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API</a:t>
            </a: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大部分的生成式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AI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產品都提供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API</a:t>
            </a: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本次課程以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Google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的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Gemini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為主，使用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API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讓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LINE Bot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處理各種資訊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Arial" panose="020B0604020202020204" pitchFamily="34" charset="0"/>
              <a:buChar char="•"/>
            </a:pP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sp>
        <p:nvSpPr>
          <p:cNvPr id="4" name="文字版面配置區 2">
            <a:extLst>
              <a:ext uri="{FF2B5EF4-FFF2-40B4-BE49-F238E27FC236}">
                <a16:creationId xmlns:a16="http://schemas.microsoft.com/office/drawing/2014/main" id="{05E90DC2-7D03-1345-6CB2-352C9040FDE9}"/>
              </a:ext>
            </a:extLst>
          </p:cNvPr>
          <p:cNvSpPr txBox="1">
            <a:spLocks/>
          </p:cNvSpPr>
          <p:nvPr/>
        </p:nvSpPr>
        <p:spPr>
          <a:xfrm>
            <a:off x="2118429" y="186752"/>
            <a:ext cx="4630714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Google Gemini</a:t>
            </a:r>
            <a:endParaRPr lang="zh-TW" altLang="en-US" sz="4800" b="1" kern="0" dirty="0">
              <a:solidFill>
                <a:srgbClr val="00B0F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51709433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40C80-ADBC-6E5A-EA1D-ED96CB3D5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62BD8F3D-6F6C-8173-BC34-72CF28D6DF01}"/>
              </a:ext>
            </a:extLst>
          </p:cNvPr>
          <p:cNvSpPr txBox="1"/>
          <p:nvPr/>
        </p:nvSpPr>
        <p:spPr>
          <a:xfrm>
            <a:off x="361320" y="1463047"/>
            <a:ext cx="849987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reply</a:t>
            </a: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en-US" altLang="zh-TW" sz="32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system_prompt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multiturn</a:t>
            </a: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en-US" altLang="zh-TW" sz="32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with_logs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en-US" altLang="zh-TW" sz="32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with_search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en-US" altLang="zh-TW" sz="32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gemini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gpt4</a:t>
            </a: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example01</a:t>
            </a:r>
          </a:p>
        </p:txBody>
      </p:sp>
      <p:sp>
        <p:nvSpPr>
          <p:cNvPr id="4" name="文字版面配置區 2">
            <a:extLst>
              <a:ext uri="{FF2B5EF4-FFF2-40B4-BE49-F238E27FC236}">
                <a16:creationId xmlns:a16="http://schemas.microsoft.com/office/drawing/2014/main" id="{FFD327BC-2BF9-7ED5-8D8E-72ABD801FCCF}"/>
              </a:ext>
            </a:extLst>
          </p:cNvPr>
          <p:cNvSpPr txBox="1">
            <a:spLocks/>
          </p:cNvSpPr>
          <p:nvPr/>
        </p:nvSpPr>
        <p:spPr>
          <a:xfrm>
            <a:off x="2118429" y="186752"/>
            <a:ext cx="4630714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en-US" altLang="zh-TW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Google Gemini</a:t>
            </a:r>
            <a:endParaRPr lang="zh-TW" altLang="en-US" sz="4800" b="1" kern="0" dirty="0">
              <a:solidFill>
                <a:srgbClr val="00B0F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17239774"/>
      </p:ext>
    </p:extLst>
  </p:cSld>
  <p:clrMapOvr>
    <a:masterClrMapping/>
  </p:clrMapOvr>
  <p:transition>
    <p:fade/>
  </p:transition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